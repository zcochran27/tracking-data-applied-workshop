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06a3bd3cbe4a41d9" /><Relationship Type="http://schemas.openxmlformats.org/officeDocument/2006/relationships/extended-properties" Target="/docProps/app.xml" Id="R240b2bf8a026451b" /><Relationship Type="http://schemas.openxmlformats.org/officeDocument/2006/relationships/officeDocument" Target="/ppt/presentation.xml" Id="R4545a046339842b7" /></Relationships>
</file>

<file path=ppt/presentation.xml><?xml version="1.0" encoding="utf-8"?>
<p:presentation xmlns:p="http://schemas.openxmlformats.org/presentationml/2006/main">
  <p:sldMasterIdLst>
    <p:sldMasterId xmlns:r="http://schemas.openxmlformats.org/officeDocument/2006/relationships" id="2147483648" r:id="Re96ccca45ae343fc"/>
  </p:sldMasterIdLst>
  <p:notesMasterIdLst>
    <p:notesMasterId xmlns:r="http://schemas.openxmlformats.org/officeDocument/2006/relationships" r:id="R5bb0d8d2d0434c57"/>
  </p:notesMasterIdLst>
  <p:sldIdLst>
    <p:sldId xmlns:r="http://schemas.openxmlformats.org/officeDocument/2006/relationships" id="256" r:id="Rfc15365a1f13497e"/>
    <p:sldId xmlns:r="http://schemas.openxmlformats.org/officeDocument/2006/relationships" id="257" r:id="Ra58dd5ef8cfb4cb1"/>
    <p:sldId xmlns:r="http://schemas.openxmlformats.org/officeDocument/2006/relationships" id="258" r:id="Rbadbccb4d08140df"/>
    <p:sldId xmlns:r="http://schemas.openxmlformats.org/officeDocument/2006/relationships" id="259" r:id="R0a7c7559f5c2487f"/>
    <p:sldId xmlns:r="http://schemas.openxmlformats.org/officeDocument/2006/relationships" id="260" r:id="Ra28a5f74cace47eb"/>
    <p:sldId xmlns:r="http://schemas.openxmlformats.org/officeDocument/2006/relationships" id="261" r:id="R8087436ee51f4d8a"/>
    <p:sldId xmlns:r="http://schemas.openxmlformats.org/officeDocument/2006/relationships" id="262" r:id="Red1877c3546440e3"/>
    <p:sldId xmlns:r="http://schemas.openxmlformats.org/officeDocument/2006/relationships" id="263" r:id="R91ff9ab709bb4cd3"/>
    <p:sldId xmlns:r="http://schemas.openxmlformats.org/officeDocument/2006/relationships" id="264" r:id="R36393a30cf41471a"/>
    <p:sldId xmlns:r="http://schemas.openxmlformats.org/officeDocument/2006/relationships" id="265" r:id="R2ad3a93865954b51"/>
    <p:sldId xmlns:r="http://schemas.openxmlformats.org/officeDocument/2006/relationships" id="266" r:id="Rb356750546b1401c"/>
    <p:sldId xmlns:r="http://schemas.openxmlformats.org/officeDocument/2006/relationships" id="267" r:id="R0db5a28b4db94847"/>
    <p:sldId xmlns:r="http://schemas.openxmlformats.org/officeDocument/2006/relationships" id="268" r:id="R591b8370033944e3"/>
    <p:sldId xmlns:r="http://schemas.openxmlformats.org/officeDocument/2006/relationships" id="269" r:id="R6cfd62ce98894ebb"/>
    <p:sldId xmlns:r="http://schemas.openxmlformats.org/officeDocument/2006/relationships" id="270" r:id="R3909e8f1fe264c1d"/>
    <p:sldId xmlns:r="http://schemas.openxmlformats.org/officeDocument/2006/relationships" id="271" r:id="Re1cf591a49cc43c0"/>
    <p:sldId xmlns:r="http://schemas.openxmlformats.org/officeDocument/2006/relationships" id="272" r:id="R8b1ae5f8a1984154"/>
    <p:sldId xmlns:r="http://schemas.openxmlformats.org/officeDocument/2006/relationships" id="273" r:id="R10459f93ad894f43"/>
    <p:sldId xmlns:r="http://schemas.openxmlformats.org/officeDocument/2006/relationships" id="274" r:id="R6fb5b92da6314836"/>
    <p:sldId xmlns:r="http://schemas.openxmlformats.org/officeDocument/2006/relationships" id="275" r:id="Rdb193367e2e94118"/>
    <p:sldId xmlns:r="http://schemas.openxmlformats.org/officeDocument/2006/relationships" id="276" r:id="Re8b1e653423c4b93"/>
    <p:sldId xmlns:r="http://schemas.openxmlformats.org/officeDocument/2006/relationships" id="277" r:id="R18c3d2ef36af4ad3"/>
    <p:sldId xmlns:r="http://schemas.openxmlformats.org/officeDocument/2006/relationships" id="278" r:id="Ra7a8c0941a8e41de"/>
    <p:sldId xmlns:r="http://schemas.openxmlformats.org/officeDocument/2006/relationships" id="279" r:id="Rc21e5ecc44d349ad"/>
    <p:sldId xmlns:r="http://schemas.openxmlformats.org/officeDocument/2006/relationships" id="280" r:id="Rd90931c7cb3f4802"/>
    <p:sldId xmlns:r="http://schemas.openxmlformats.org/officeDocument/2006/relationships" id="281" r:id="R54eb37022f094856"/>
    <p:sldId xmlns:r="http://schemas.openxmlformats.org/officeDocument/2006/relationships" id="282" r:id="R72c61850b1e64183"/>
    <p:sldId xmlns:r="http://schemas.openxmlformats.org/officeDocument/2006/relationships" id="283" r:id="Re717ee392d2c4873"/>
    <p:sldId xmlns:r="http://schemas.openxmlformats.org/officeDocument/2006/relationships" id="284" r:id="R05f4b6f5b5244dc2"/>
    <p:sldId xmlns:r="http://schemas.openxmlformats.org/officeDocument/2006/relationships" id="285" r:id="Raea41ef110044552"/>
    <p:sldId xmlns:r="http://schemas.openxmlformats.org/officeDocument/2006/relationships" id="286" r:id="R87e4ede371ad40e3"/>
    <p:sldId xmlns:r="http://schemas.openxmlformats.org/officeDocument/2006/relationships" id="287" r:id="Ref2a9a3e4dff413e"/>
    <p:sldId xmlns:r="http://schemas.openxmlformats.org/officeDocument/2006/relationships" id="288" r:id="Rcfb7b889bac24675"/>
    <p:sldId xmlns:r="http://schemas.openxmlformats.org/officeDocument/2006/relationships" id="289" r:id="R9e32abe9a3d44d47"/>
    <p:sldId xmlns:r="http://schemas.openxmlformats.org/officeDocument/2006/relationships" id="290" r:id="R13badfa010664535"/>
    <p:sldId xmlns:r="http://schemas.openxmlformats.org/officeDocument/2006/relationships" id="291" r:id="R76c4ec54c0d1450a"/>
    <p:sldId xmlns:r="http://schemas.openxmlformats.org/officeDocument/2006/relationships" id="292" r:id="Re8518f71ed2d41ce"/>
    <p:sldId xmlns:r="http://schemas.openxmlformats.org/officeDocument/2006/relationships" id="293" r:id="R7273eb63b7bf43b7"/>
    <p:sldId xmlns:r="http://schemas.openxmlformats.org/officeDocument/2006/relationships" id="294" r:id="R63b495f8d90940de"/>
    <p:sldId xmlns:r="http://schemas.openxmlformats.org/officeDocument/2006/relationships" id="295" r:id="R0ef43eada3644ab4"/>
    <p:sldId xmlns:r="http://schemas.openxmlformats.org/officeDocument/2006/relationships" id="296" r:id="R80f77a79c9944a54"/>
    <p:sldId xmlns:r="http://schemas.openxmlformats.org/officeDocument/2006/relationships" id="297" r:id="R83ff3482c774412a"/>
    <p:sldId xmlns:r="http://schemas.openxmlformats.org/officeDocument/2006/relationships" id="298" r:id="R1682084b42774356"/>
    <p:sldId xmlns:r="http://schemas.openxmlformats.org/officeDocument/2006/relationships" id="299" r:id="R70fd3aa8805c4438"/>
    <p:sldId xmlns:r="http://schemas.openxmlformats.org/officeDocument/2006/relationships" id="300" r:id="Ra632b958d4214a29"/>
    <p:sldId xmlns:r="http://schemas.openxmlformats.org/officeDocument/2006/relationships" id="301" r:id="R91889ecb26634af2"/>
    <p:sldId xmlns:r="http://schemas.openxmlformats.org/officeDocument/2006/relationships" id="302" r:id="R82ba8f69d06542bb"/>
    <p:sldId xmlns:r="http://schemas.openxmlformats.org/officeDocument/2006/relationships" id="303" r:id="Rc7f27e6be38e4685"/>
    <p:sldId xmlns:r="http://schemas.openxmlformats.org/officeDocument/2006/relationships" id="304" r:id="R122c8ae2d2234223"/>
    <p:sldId xmlns:r="http://schemas.openxmlformats.org/officeDocument/2006/relationships" id="305" r:id="R88aef682357445cc"/>
    <p:sldId xmlns:r="http://schemas.openxmlformats.org/officeDocument/2006/relationships" id="306" r:id="Rbb6e77a36dfb43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60b80ea394a38" /><Relationship Type="http://schemas.openxmlformats.org/officeDocument/2006/relationships/slideMaster" Target="/ppt/slideMasters/slideMaster1.xml" Id="Re96ccca45ae343fc" /><Relationship Type="http://schemas.openxmlformats.org/officeDocument/2006/relationships/notesMaster" Target="/ppt/notesMasters/notesMaster1.xml" Id="R5bb0d8d2d0434c57" /><Relationship Type="http://schemas.openxmlformats.org/officeDocument/2006/relationships/presProps" Target="/ppt/presProps.xml" Id="R710f6dfbeebb4d13" /><Relationship Type="http://schemas.openxmlformats.org/officeDocument/2006/relationships/tableStyles" Target="/ppt/tableStyles.xml" Id="Rd3581c065b1c4504" /><Relationship Type="http://schemas.openxmlformats.org/officeDocument/2006/relationships/slide" Target="/ppt/slides/slide1.xml" Id="Rfc15365a1f13497e" /><Relationship Type="http://schemas.openxmlformats.org/officeDocument/2006/relationships/slide" Target="/ppt/slides/slide2.xml" Id="Ra58dd5ef8cfb4cb1" /><Relationship Type="http://schemas.openxmlformats.org/officeDocument/2006/relationships/slide" Target="/ppt/slides/slide3.xml" Id="Rbadbccb4d08140df" /><Relationship Type="http://schemas.openxmlformats.org/officeDocument/2006/relationships/slide" Target="/ppt/slides/slide4.xml" Id="R0a7c7559f5c2487f" /><Relationship Type="http://schemas.openxmlformats.org/officeDocument/2006/relationships/slide" Target="/ppt/slides/slide5.xml" Id="Ra28a5f74cace47eb" /><Relationship Type="http://schemas.openxmlformats.org/officeDocument/2006/relationships/slide" Target="/ppt/slides/slide6.xml" Id="R8087436ee51f4d8a" /><Relationship Type="http://schemas.openxmlformats.org/officeDocument/2006/relationships/slide" Target="/ppt/slides/slide7.xml" Id="Red1877c3546440e3" /><Relationship Type="http://schemas.openxmlformats.org/officeDocument/2006/relationships/slide" Target="/ppt/slides/slide8.xml" Id="R91ff9ab709bb4cd3" /><Relationship Type="http://schemas.openxmlformats.org/officeDocument/2006/relationships/slide" Target="/ppt/slides/slide9.xml" Id="R36393a30cf41471a" /><Relationship Type="http://schemas.openxmlformats.org/officeDocument/2006/relationships/slide" Target="/ppt/slides/slide10.xml" Id="R2ad3a93865954b51" /><Relationship Type="http://schemas.openxmlformats.org/officeDocument/2006/relationships/slide" Target="/ppt/slides/slide11.xml" Id="Rb356750546b1401c" /><Relationship Type="http://schemas.openxmlformats.org/officeDocument/2006/relationships/slide" Target="/ppt/slides/slide12.xml" Id="R0db5a28b4db94847" /><Relationship Type="http://schemas.openxmlformats.org/officeDocument/2006/relationships/slide" Target="/ppt/slides/slide13.xml" Id="R591b8370033944e3" /><Relationship Type="http://schemas.openxmlformats.org/officeDocument/2006/relationships/slide" Target="/ppt/slides/slide14.xml" Id="R6cfd62ce98894ebb" /><Relationship Type="http://schemas.openxmlformats.org/officeDocument/2006/relationships/slide" Target="/ppt/slides/slide15.xml" Id="R3909e8f1fe264c1d" /><Relationship Type="http://schemas.openxmlformats.org/officeDocument/2006/relationships/slide" Target="/ppt/slides/slide16.xml" Id="Re1cf591a49cc43c0" /><Relationship Type="http://schemas.openxmlformats.org/officeDocument/2006/relationships/slide" Target="/ppt/slides/slide17.xml" Id="R8b1ae5f8a1984154" /><Relationship Type="http://schemas.openxmlformats.org/officeDocument/2006/relationships/slide" Target="/ppt/slides/slide18.xml" Id="R10459f93ad894f43" /><Relationship Type="http://schemas.openxmlformats.org/officeDocument/2006/relationships/slide" Target="/ppt/slides/slide19.xml" Id="R6fb5b92da6314836" /><Relationship Type="http://schemas.openxmlformats.org/officeDocument/2006/relationships/slide" Target="/ppt/slides/slide20.xml" Id="Rdb193367e2e94118" /><Relationship Type="http://schemas.openxmlformats.org/officeDocument/2006/relationships/slide" Target="/ppt/slides/slide21.xml" Id="Re8b1e653423c4b93" /><Relationship Type="http://schemas.openxmlformats.org/officeDocument/2006/relationships/slide" Target="/ppt/slides/slide22.xml" Id="R18c3d2ef36af4ad3" /><Relationship Type="http://schemas.openxmlformats.org/officeDocument/2006/relationships/slide" Target="/ppt/slides/slide23.xml" Id="Ra7a8c0941a8e41de" /><Relationship Type="http://schemas.openxmlformats.org/officeDocument/2006/relationships/slide" Target="/ppt/slides/slide24.xml" Id="Rc21e5ecc44d349ad" /><Relationship Type="http://schemas.openxmlformats.org/officeDocument/2006/relationships/slide" Target="/ppt/slides/slide25.xml" Id="Rd90931c7cb3f4802" /><Relationship Type="http://schemas.openxmlformats.org/officeDocument/2006/relationships/slide" Target="/ppt/slides/slide26.xml" Id="R54eb37022f094856" /><Relationship Type="http://schemas.openxmlformats.org/officeDocument/2006/relationships/slide" Target="/ppt/slides/slide27.xml" Id="R72c61850b1e64183" /><Relationship Type="http://schemas.openxmlformats.org/officeDocument/2006/relationships/slide" Target="/ppt/slides/slide28.xml" Id="Re717ee392d2c4873" /><Relationship Type="http://schemas.openxmlformats.org/officeDocument/2006/relationships/slide" Target="/ppt/slides/slide29.xml" Id="R05f4b6f5b5244dc2" /><Relationship Type="http://schemas.openxmlformats.org/officeDocument/2006/relationships/slide" Target="/ppt/slides/slide30.xml" Id="Raea41ef110044552" /><Relationship Type="http://schemas.openxmlformats.org/officeDocument/2006/relationships/slide" Target="/ppt/slides/slide31.xml" Id="R87e4ede371ad40e3" /><Relationship Type="http://schemas.openxmlformats.org/officeDocument/2006/relationships/slide" Target="/ppt/slides/slide32.xml" Id="Ref2a9a3e4dff413e" /><Relationship Type="http://schemas.openxmlformats.org/officeDocument/2006/relationships/slide" Target="/ppt/slides/slide33.xml" Id="Rcfb7b889bac24675" /><Relationship Type="http://schemas.openxmlformats.org/officeDocument/2006/relationships/slide" Target="/ppt/slides/slide34.xml" Id="R9e32abe9a3d44d47" /><Relationship Type="http://schemas.openxmlformats.org/officeDocument/2006/relationships/slide" Target="/ppt/slides/slide35.xml" Id="R13badfa010664535" /><Relationship Type="http://schemas.openxmlformats.org/officeDocument/2006/relationships/slide" Target="/ppt/slides/slide36.xml" Id="R76c4ec54c0d1450a" /><Relationship Type="http://schemas.openxmlformats.org/officeDocument/2006/relationships/slide" Target="/ppt/slides/slide37.xml" Id="Re8518f71ed2d41ce" /><Relationship Type="http://schemas.openxmlformats.org/officeDocument/2006/relationships/slide" Target="/ppt/slides/slide38.xml" Id="R7273eb63b7bf43b7" /><Relationship Type="http://schemas.openxmlformats.org/officeDocument/2006/relationships/slide" Target="/ppt/slides/slide39.xml" Id="R63b495f8d90940de" /><Relationship Type="http://schemas.openxmlformats.org/officeDocument/2006/relationships/slide" Target="/ppt/slides/slide40.xml" Id="R0ef43eada3644ab4" /><Relationship Type="http://schemas.openxmlformats.org/officeDocument/2006/relationships/slide" Target="/ppt/slides/slide41.xml" Id="R80f77a79c9944a54" /><Relationship Type="http://schemas.openxmlformats.org/officeDocument/2006/relationships/slide" Target="/ppt/slides/slide42.xml" Id="R83ff3482c774412a" /><Relationship Type="http://schemas.openxmlformats.org/officeDocument/2006/relationships/slide" Target="/ppt/slides/slide43.xml" Id="R1682084b42774356" /><Relationship Type="http://schemas.openxmlformats.org/officeDocument/2006/relationships/slide" Target="/ppt/slides/slide44.xml" Id="R70fd3aa8805c4438" /><Relationship Type="http://schemas.openxmlformats.org/officeDocument/2006/relationships/slide" Target="/ppt/slides/slide45.xml" Id="Ra632b958d4214a29" /><Relationship Type="http://schemas.openxmlformats.org/officeDocument/2006/relationships/slide" Target="/ppt/slides/slide46.xml" Id="R91889ecb26634af2" /><Relationship Type="http://schemas.openxmlformats.org/officeDocument/2006/relationships/slide" Target="/ppt/slides/slide47.xml" Id="R82ba8f69d06542bb" /><Relationship Type="http://schemas.openxmlformats.org/officeDocument/2006/relationships/slide" Target="/ppt/slides/slide48.xml" Id="Rc7f27e6be38e4685" /><Relationship Type="http://schemas.openxmlformats.org/officeDocument/2006/relationships/slide" Target="/ppt/slides/slide49.xml" Id="R122c8ae2d2234223" /><Relationship Type="http://schemas.openxmlformats.org/officeDocument/2006/relationships/slide" Target="/ppt/slides/slide50.xml" Id="R88aef682357445cc" /><Relationship Type="http://schemas.openxmlformats.org/officeDocument/2006/relationships/slide" Target="/ppt/slides/slide51.xml" Id="Rbb6e77a36dfb43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78771003df4d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4fc06347e34367" /><Relationship Type="http://schemas.openxmlformats.org/officeDocument/2006/relationships/notesMaster" Target="/ppt/notesMasters/notesMaster1.xml" Id="R8898e13e047a4a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102d1146274c20" /><Relationship Type="http://schemas.openxmlformats.org/officeDocument/2006/relationships/notesMaster" Target="/ppt/notesMasters/notesMaster1.xml" Id="R3a189deef5074a9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3b90b8e270457b" /><Relationship Type="http://schemas.openxmlformats.org/officeDocument/2006/relationships/notesMaster" Target="/ppt/notesMasters/notesMaster1.xml" Id="Raa4eddf7b41946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116cb5d8f548bd" /><Relationship Type="http://schemas.openxmlformats.org/officeDocument/2006/relationships/notesMaster" Target="/ppt/notesMasters/notesMaster1.xml" Id="R7e12504350c049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4b79c60a964329" /><Relationship Type="http://schemas.openxmlformats.org/officeDocument/2006/relationships/notesMaster" Target="/ppt/notesMasters/notesMaster1.xml" Id="R323b798c572d437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77a2e8ae644fc2" /><Relationship Type="http://schemas.openxmlformats.org/officeDocument/2006/relationships/notesMaster" Target="/ppt/notesMasters/notesMaster1.xml" Id="Re69e5cf1609445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77b570f795413a" /><Relationship Type="http://schemas.openxmlformats.org/officeDocument/2006/relationships/notesMaster" Target="/ppt/notesMasters/notesMaster1.xml" Id="R5e96a6468b1746a9"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3fd2cce37244a3" /><Relationship Type="http://schemas.openxmlformats.org/officeDocument/2006/relationships/notesMaster" Target="/ppt/notesMasters/notesMaster1.xml" Id="R6759482c0e3c4d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19f8ac0a9d0427d" /><Relationship Type="http://schemas.openxmlformats.org/officeDocument/2006/relationships/notesMaster" Target="/ppt/notesMasters/notesMaster1.xml" Id="R4401117ff32443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74adad75be44af" /><Relationship Type="http://schemas.openxmlformats.org/officeDocument/2006/relationships/notesMaster" Target="/ppt/notesMasters/notesMaster1.xml" Id="R3e73867559ee46a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fb8c5e3b3c94bdc" /><Relationship Type="http://schemas.openxmlformats.org/officeDocument/2006/relationships/notesMaster" Target="/ppt/notesMasters/notesMaster1.xml" Id="Rf9e0e89d072a4c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8c43e6453245b1" /><Relationship Type="http://schemas.openxmlformats.org/officeDocument/2006/relationships/notesMaster" Target="/ppt/notesMasters/notesMaster1.xml" Id="Rd8b238e7bae4484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a7c5b30fbe4f1e" /><Relationship Type="http://schemas.openxmlformats.org/officeDocument/2006/relationships/notesMaster" Target="/ppt/notesMasters/notesMaster1.xml" Id="Rde1e6a7d4a09422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099374cce0a43ec" /><Relationship Type="http://schemas.openxmlformats.org/officeDocument/2006/relationships/notesMaster" Target="/ppt/notesMasters/notesMaster1.xml" Id="R14a541170c944c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6d5b552b1384724" /><Relationship Type="http://schemas.openxmlformats.org/officeDocument/2006/relationships/notesMaster" Target="/ppt/notesMasters/notesMaster1.xml" Id="R0e6c60714ef642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539805ccae419c" /><Relationship Type="http://schemas.openxmlformats.org/officeDocument/2006/relationships/notesMaster" Target="/ppt/notesMasters/notesMaster1.xml" Id="R4f6a6479323444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0f3270c761540b8" /><Relationship Type="http://schemas.openxmlformats.org/officeDocument/2006/relationships/notesMaster" Target="/ppt/notesMasters/notesMaster1.xml" Id="Rd5a0f4a2d85c4af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cb0678a80545fa" /><Relationship Type="http://schemas.openxmlformats.org/officeDocument/2006/relationships/notesMaster" Target="/ppt/notesMasters/notesMaster1.xml" Id="R1564951b088a475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3813862ddd14647" /><Relationship Type="http://schemas.openxmlformats.org/officeDocument/2006/relationships/notesMaster" Target="/ppt/notesMasters/notesMaster1.xml" Id="R18669a7a52ba4e9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f1b43a9ae024b71" /><Relationship Type="http://schemas.openxmlformats.org/officeDocument/2006/relationships/notesMaster" Target="/ppt/notesMasters/notesMaster1.xml" Id="Rfcca4a42694342e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b859b4d9470439e" /><Relationship Type="http://schemas.openxmlformats.org/officeDocument/2006/relationships/notesMaster" Target="/ppt/notesMasters/notesMaster1.xml" Id="R5b89b6af0f25461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1275764a304dc5" /><Relationship Type="http://schemas.openxmlformats.org/officeDocument/2006/relationships/notesMaster" Target="/ppt/notesMasters/notesMaster1.xml" Id="Rf1e377cc24de4b7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03381295aca4484" /><Relationship Type="http://schemas.openxmlformats.org/officeDocument/2006/relationships/notesMaster" Target="/ppt/notesMasters/notesMaster1.xml" Id="Rbc4a63768e4c468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2cb7b49dcf4e90" /><Relationship Type="http://schemas.openxmlformats.org/officeDocument/2006/relationships/notesMaster" Target="/ppt/notesMasters/notesMaster1.xml" Id="Re9ea555d06714d8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c3419bd5ce4186" /><Relationship Type="http://schemas.openxmlformats.org/officeDocument/2006/relationships/notesMaster" Target="/ppt/notesMasters/notesMaster1.xml" Id="R4fd591a33b3446c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10f227159bc4862" /><Relationship Type="http://schemas.openxmlformats.org/officeDocument/2006/relationships/notesMaster" Target="/ppt/notesMasters/notesMaster1.xml" Id="Rda0663a757224be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b169e90c4d848a7" /><Relationship Type="http://schemas.openxmlformats.org/officeDocument/2006/relationships/notesMaster" Target="/ppt/notesMasters/notesMaster1.xml" Id="R41203895a28341d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7dd176aa9f4685" /><Relationship Type="http://schemas.openxmlformats.org/officeDocument/2006/relationships/notesMaster" Target="/ppt/notesMasters/notesMaster1.xml" Id="Ra63f11033828410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e37f5f85b34ca0" /><Relationship Type="http://schemas.openxmlformats.org/officeDocument/2006/relationships/notesMaster" Target="/ppt/notesMasters/notesMaster1.xml" Id="Rfd1095b7e60b425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1ecfa0348874141" /><Relationship Type="http://schemas.openxmlformats.org/officeDocument/2006/relationships/notesMaster" Target="/ppt/notesMasters/notesMaster1.xml" Id="R56579773b27743c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d5bf253b46b4941" /><Relationship Type="http://schemas.openxmlformats.org/officeDocument/2006/relationships/notesMaster" Target="/ppt/notesMasters/notesMaster1.xml" Id="Rf986796857724c9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a425715bbaa4f7b" /><Relationship Type="http://schemas.openxmlformats.org/officeDocument/2006/relationships/notesMaster" Target="/ppt/notesMasters/notesMaster1.xml" Id="R5ac23fb8bdc1496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639fb9d5a7d429f" /><Relationship Type="http://schemas.openxmlformats.org/officeDocument/2006/relationships/notesMaster" Target="/ppt/notesMasters/notesMaster1.xml" Id="Rc5bba28024a542e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5fd32ab52744b6" /><Relationship Type="http://schemas.openxmlformats.org/officeDocument/2006/relationships/notesMaster" Target="/ppt/notesMasters/notesMaster1.xml" Id="R2c28122a5e9940b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e5d03cea4c54c58" /><Relationship Type="http://schemas.openxmlformats.org/officeDocument/2006/relationships/notesMaster" Target="/ppt/notesMasters/notesMaster1.xml" Id="Rb40112e48c5046f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9de6e658cd14f76" /><Relationship Type="http://schemas.openxmlformats.org/officeDocument/2006/relationships/notesMaster" Target="/ppt/notesMasters/notesMaster1.xml" Id="R651e5afe6687456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d8cbb87b9184d52" /><Relationship Type="http://schemas.openxmlformats.org/officeDocument/2006/relationships/notesMaster" Target="/ppt/notesMasters/notesMaster1.xml" Id="R570e25ec29f048d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7e86a3814f64155" /><Relationship Type="http://schemas.openxmlformats.org/officeDocument/2006/relationships/notesMaster" Target="/ppt/notesMasters/notesMaster1.xml" Id="R8c28750b04ba457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189d92471d248e5" /><Relationship Type="http://schemas.openxmlformats.org/officeDocument/2006/relationships/notesMaster" Target="/ppt/notesMasters/notesMaster1.xml" Id="Rdb5a1f3cc4fc437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b8815ce330b49c4" /><Relationship Type="http://schemas.openxmlformats.org/officeDocument/2006/relationships/notesMaster" Target="/ppt/notesMasters/notesMaster1.xml" Id="R8c6780bc15cd45f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4d629db8d404965" /><Relationship Type="http://schemas.openxmlformats.org/officeDocument/2006/relationships/notesMaster" Target="/ppt/notesMasters/notesMaster1.xml" Id="Rb43d0fdaf9b7461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10042e06336463f" /><Relationship Type="http://schemas.openxmlformats.org/officeDocument/2006/relationships/notesMaster" Target="/ppt/notesMasters/notesMaster1.xml" Id="R63131e0c0eab4bb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a421bd0e0b44bfb" /><Relationship Type="http://schemas.openxmlformats.org/officeDocument/2006/relationships/notesMaster" Target="/ppt/notesMasters/notesMaster1.xml" Id="R80b2409268eb4d2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0a430b61aaf4447" /><Relationship Type="http://schemas.openxmlformats.org/officeDocument/2006/relationships/notesMaster" Target="/ppt/notesMasters/notesMaster1.xml" Id="R16f44155daff45b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061ca9c1e4247eb" /><Relationship Type="http://schemas.openxmlformats.org/officeDocument/2006/relationships/notesMaster" Target="/ppt/notesMasters/notesMaster1.xml" Id="R8a47246a50584e8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b1fe3536f654089" /><Relationship Type="http://schemas.openxmlformats.org/officeDocument/2006/relationships/notesMaster" Target="/ppt/notesMasters/notesMaster1.xml" Id="R24522f593ce34d5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c0f0f9f0bc74121" /><Relationship Type="http://schemas.openxmlformats.org/officeDocument/2006/relationships/notesMaster" Target="/ppt/notesMasters/notesMaster1.xml" Id="R4f5a58de73904d4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0ff6a8c697347d9" /><Relationship Type="http://schemas.openxmlformats.org/officeDocument/2006/relationships/notesMaster" Target="/ppt/notesMasters/notesMaster1.xml" Id="R5beafa410d3d4d7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0a2514bbce14df7" /><Relationship Type="http://schemas.openxmlformats.org/officeDocument/2006/relationships/notesMaster" Target="/ppt/notesMasters/notesMaster1.xml" Id="Rdaf43ffd2a10481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fcc111ad9cc4262" /><Relationship Type="http://schemas.openxmlformats.org/officeDocument/2006/relationships/notesMaster" Target="/ppt/notesMasters/notesMaster1.xml" Id="Reacf901a20f64fc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790a4af670c463c" /><Relationship Type="http://schemas.openxmlformats.org/officeDocument/2006/relationships/notesMaster" Target="/ppt/notesMasters/notesMaster1.xml" Id="Rd0cd4a9e435946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 continuous coordinates recover the events we want to analyze?</a:t>
            </a:r>
          </a:p>
          <a:p xmlns:a="http://schemas.openxmlformats.org/drawingml/2006/main">
            <a:r>
              <a:t>Ideas: Ball control and possession; Pass release and reception; Shots, carries and duels; Pressure and defensive engagements; Timing-aware validation; Ambiguity and missing ball tracking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assets/videos/possession_result.mp4</a:t>
            </a:r>
          </a:p>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assets/videos/pass_physics.mp4</a:t>
            </a:r>
          </a:p>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assets/videos/phase_comparison.mp4</a:t>
            </a:r>
          </a:p>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assets/videos/dangerous_space_result.mp4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c6495a26e248d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1b19ff2fb604a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bbcad81ff6453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d432599bb4642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f72e52627f64af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1f8be1405d346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4A8DAD-260B-4D9B-8D2A-933C9F50822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393EF46-FA57-4D14-9A21-CCB1BF3BAA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2B1FF3-4DCF-4115-A026-B3EF0AB6336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200A1-AB7E-407A-A2DA-89C16EC1A2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FA4F50-F34C-4E0A-B5A1-34960463F91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5402B7-D7EA-4B6B-8035-1B9A900ABC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D217647-5B8F-4537-B555-912E13FEC0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FA414D2-2A6F-4ED1-8C02-ED2BB28217C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3892930-81D2-4F37-85E4-B9539F55E5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67DD77-2229-4A30-9D2D-CE4E911B6C4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a03391342f42fe" /><Relationship Type="http://schemas.openxmlformats.org/officeDocument/2006/relationships/slideLayout" Target="/ppt/slideLayouts/slideLayout1.xml" Id="R1cb3736974c54a34" /><Relationship Type="http://schemas.openxmlformats.org/officeDocument/2006/relationships/slideLayout" Target="/ppt/slideLayouts/slideLayout2.xml" Id="Rcf01b934f60c4c1c" /><Relationship Type="http://schemas.openxmlformats.org/officeDocument/2006/relationships/slideLayout" Target="/ppt/slideLayouts/slideLayout3.xml" Id="Ra748f237357f4a76" /><Relationship Type="http://schemas.openxmlformats.org/officeDocument/2006/relationships/slideLayout" Target="/ppt/slideLayouts/slideLayout4.xml" Id="Ra04ea064d2744eb7" /><Relationship Type="http://schemas.openxmlformats.org/officeDocument/2006/relationships/slideLayout" Target="/ppt/slideLayouts/slideLayout5.xml" Id="R165d6210d8d24333" /><Relationship Type="http://schemas.openxmlformats.org/officeDocument/2006/relationships/slideLayout" Target="/ppt/slideLayouts/slideLayout6.xml" Id="Re59b47ac531a4d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b3736974c54a34"/>
    <p:sldLayoutId xmlns:r="http://schemas.openxmlformats.org/officeDocument/2006/relationships" id="2147483650" r:id="Rcf01b934f60c4c1c"/>
    <p:sldLayoutId xmlns:r="http://schemas.openxmlformats.org/officeDocument/2006/relationships" id="2147483651" r:id="Ra748f237357f4a76"/>
    <p:sldLayoutId xmlns:r="http://schemas.openxmlformats.org/officeDocument/2006/relationships" id="2147483652" r:id="Ra04ea064d2744eb7"/>
    <p:sldLayoutId xmlns:r="http://schemas.openxmlformats.org/officeDocument/2006/relationships" id="2147483653" r:id="R165d6210d8d24333"/>
    <p:sldLayoutId xmlns:r="http://schemas.openxmlformats.org/officeDocument/2006/relationships" id="2147483654" r:id="Re59b47ac531a4d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0db9804d3c2f4d5a" /><ns0:Relationship Type="http://schemas.openxmlformats.org/officeDocument/2006/relationships/image" Target="/ppt/media/image.png" Id="Raeb8af7b0cc84857" /><ns0:Relationship Type="http://schemas.openxmlformats.org/officeDocument/2006/relationships/notesSlide" Target="/ppt/notesSlides/notesSlide1.xml" Id="R8377b7bedce442a9"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d029531568774bb2" /><ns0:Relationship Type="http://schemas.openxmlformats.org/officeDocument/2006/relationships/notesSlide" Target="/ppt/notesSlides/notesSlide2.xml" Id="Rc68e0506c6454496"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6b067728f6c444d5" /><ns0:Relationship Type="http://schemas.openxmlformats.org/officeDocument/2006/relationships/image" Target="/ppt/media/image2.png" Id="Rfd2e9198119d4de6" /><ns0:Relationship Type="http://schemas.openxmlformats.org/officeDocument/2006/relationships/notesSlide" Target="/ppt/notesSlides/notesSlide3.xml" Id="R481b6c505bd047e0"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51d4372ab71a474a" /><ns0:Relationship Type="http://schemas.openxmlformats.org/officeDocument/2006/relationships/image" Target="/ppt/media/image3.png" Id="R8c20e55a5e8e48d4" /><ns0:Relationship Type="http://schemas.openxmlformats.org/officeDocument/2006/relationships/notesSlide" Target="/ppt/notesSlides/notesSlide4.xml" Id="R4a39fd136640486b"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b03e33b9416d4fb5" /><ns0:Relationship Type="http://schemas.openxmlformats.org/officeDocument/2006/relationships/image" Target="/ppt/media/image4.png" Id="R43cc22b1e0884a8d" /><ns0:Relationship Type="http://schemas.openxmlformats.org/officeDocument/2006/relationships/notesSlide" Target="/ppt/notesSlides/notesSlide5.xml" Id="R81f3f923eb204be5"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c346d20e641b4519" /><ns0:Relationship Type="http://schemas.openxmlformats.org/officeDocument/2006/relationships/notesSlide" Target="/ppt/notesSlides/notesSlide6.xml" Id="R9683015d4b0542db"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bc76ff25769c436e" /><ns0:Relationship Type="http://schemas.openxmlformats.org/officeDocument/2006/relationships/image" Target="/ppt/media/image5.png" Id="R4d09283883cf49d0" /><ns0:Relationship Type="http://schemas.openxmlformats.org/officeDocument/2006/relationships/notesSlide" Target="/ppt/notesSlides/notesSlide7.xml" Id="R1860409db84d4f2c"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result.mp4" /><ns0:Relationship Id="rIdWorkshopMedia" Type="http://schemas.microsoft.com/office/2007/relationships/media" Target="../media/workshop_possession_result.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fa1bc1972428442c" /><ns0:Relationship Type="http://schemas.openxmlformats.org/officeDocument/2006/relationships/image" Target="/ppt/media/image6.png" Id="Rb681daf4728f4d8f" /><ns0:Relationship Type="http://schemas.openxmlformats.org/officeDocument/2006/relationships/notesSlide" Target="/ppt/notesSlides/notesSlide8.xml" Id="R58aebdd2c18e4a8f"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physics.mp4" /><ns0:Relationship Id="rIdWorkshopMedia" Type="http://schemas.microsoft.com/office/2007/relationships/media" Target="../media/workshop_pass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37280fea99984b3a" /><ns0:Relationship Type="http://schemas.openxmlformats.org/officeDocument/2006/relationships/notesSlide" Target="/ppt/notesSlides/notesSlide9.xml" Id="Refa1e4ce6993404a"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9d3506c245a7405a" /><ns0:Relationship Type="http://schemas.openxmlformats.org/officeDocument/2006/relationships/image" Target="/ppt/media/image7.png" Id="R375ac8532b8044db" /><ns0:Relationship Type="http://schemas.openxmlformats.org/officeDocument/2006/relationships/notesSlide" Target="/ppt/notesSlides/notesSlide10.xml" Id="R35023a9710714420"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92581e35e64b448d" /><ns0:Relationship Type="http://schemas.openxmlformats.org/officeDocument/2006/relationships/image" Target="/ppt/media/image8.png" Id="Ra2ed43691a324563" /><ns0:Relationship Type="http://schemas.openxmlformats.org/officeDocument/2006/relationships/notesSlide" Target="/ppt/notesSlides/notesSlide11.xml" Id="R01aedf068c5a4997"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0618cc7e0bd04a82" /><ns0:Relationship Type="http://schemas.openxmlformats.org/officeDocument/2006/relationships/image" Target="/ppt/media/image9.png" Id="Rb28d7a48ae214add" /><ns0:Relationship Type="http://schemas.openxmlformats.org/officeDocument/2006/relationships/notesSlide" Target="/ppt/notesSlides/notesSlide12.xml" Id="R0f345aed098e444d"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746c832b652543c9" /><ns0:Relationship Type="http://schemas.openxmlformats.org/officeDocument/2006/relationships/notesSlide" Target="/ppt/notesSlides/notesSlide13.xml" Id="Ra9cf0670095d4a74"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8b977f60ee0d4d51" /><ns0:Relationship Type="http://schemas.openxmlformats.org/officeDocument/2006/relationships/image" Target="/ppt/media/image10.png" Id="Rba6ae95b635d42fc" /><ns0:Relationship Type="http://schemas.openxmlformats.org/officeDocument/2006/relationships/notesSlide" Target="/ppt/notesSlides/notesSlide14.xml" Id="Rbe70e9c44675436c"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comparison.mp4" /><ns0:Relationship Id="rIdWorkshopMedia" Type="http://schemas.microsoft.com/office/2007/relationships/media" Target="../media/workshop_phase_comparison.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d5da2893c1b447bb" /><ns0:Relationship Type="http://schemas.openxmlformats.org/officeDocument/2006/relationships/notesSlide" Target="/ppt/notesSlides/notesSlide15.xml" Id="R2245c967c29f411b"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4c031491d6d446c2" /><ns0:Relationship Type="http://schemas.openxmlformats.org/officeDocument/2006/relationships/image" Target="/ppt/media/image11.png" Id="R7cb53806eb5943f7" /><ns0:Relationship Type="http://schemas.openxmlformats.org/officeDocument/2006/relationships/notesSlide" Target="/ppt/notesSlides/notesSlide16.xml" Id="Rc612be621ce84af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6e6db352b26e4c07" /><ns0:Relationship Type="http://schemas.openxmlformats.org/officeDocument/2006/relationships/image" Target="/ppt/media/image12.png" Id="R980aa1a685a24cb4" /><ns0:Relationship Type="http://schemas.openxmlformats.org/officeDocument/2006/relationships/notesSlide" Target="/ppt/notesSlides/notesSlide17.xml" Id="R26a3eb876573466d"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ef186e1da388412c" /><ns0:Relationship Type="http://schemas.openxmlformats.org/officeDocument/2006/relationships/image" Target="/ppt/media/image13.png" Id="Rc7ad83ded05140b2" /><ns0:Relationship Type="http://schemas.openxmlformats.org/officeDocument/2006/relationships/notesSlide" Target="/ppt/notesSlides/notesSlide18.xml" Id="Rec4e8f09143b4701"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300dd6bdd42e4e79" /><ns0:Relationship Type="http://schemas.openxmlformats.org/officeDocument/2006/relationships/image" Target="/ppt/media/image14.png" Id="Ra5166a7dd5824fe5" /><ns0:Relationship Type="http://schemas.openxmlformats.org/officeDocument/2006/relationships/notesSlide" Target="/ppt/notesSlides/notesSlide19.xml" Id="R4e8e09609de54158"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d8c02a36f15e44dd" /><ns0:Relationship Type="http://schemas.openxmlformats.org/officeDocument/2006/relationships/image" Target="/ppt/media/image15.png" Id="R1869fde59f4d4619" /><ns0:Relationship Type="http://schemas.openxmlformats.org/officeDocument/2006/relationships/notesSlide" Target="/ppt/notesSlides/notesSlide20.xml" Id="R15e4687fe10741f6"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08c7b7625a2f4adc" /><ns0:Relationship Type="http://schemas.openxmlformats.org/officeDocument/2006/relationships/image" Target="/ppt/media/image16.png" Id="Rb83c7270282844dc" /><ns0:Relationship Type="http://schemas.openxmlformats.org/officeDocument/2006/relationships/notesSlide" Target="/ppt/notesSlides/notesSlide21.xml" Id="Ra067acdd6b5c4b78"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324702941dce421b" /><ns0:Relationship Type="http://schemas.openxmlformats.org/officeDocument/2006/relationships/image" Target="/ppt/media/image17.png" Id="Ree4f582487a54926" /><ns0:Relationship Type="http://schemas.openxmlformats.org/officeDocument/2006/relationships/notesSlide" Target="/ppt/notesSlides/notesSlide22.xml" Id="R8bc6bede4493404f"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e70e3603090546db" /><ns0:Relationship Type="http://schemas.openxmlformats.org/officeDocument/2006/relationships/image" Target="/ppt/media/image18.png" Id="R2f929258ce35464c" /><ns0:Relationship Type="http://schemas.openxmlformats.org/officeDocument/2006/relationships/notesSlide" Target="/ppt/notesSlides/notesSlide23.xml" Id="R32ec7b4f5e384aac"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a57efdc07c1541a9" /><ns0:Relationship Type="http://schemas.openxmlformats.org/officeDocument/2006/relationships/notesSlide" Target="/ppt/notesSlides/notesSlide24.xml" Id="Rfedf8dbcf4054861"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fbc26fcfbb3f4297" /><ns0:Relationship Type="http://schemas.openxmlformats.org/officeDocument/2006/relationships/image" Target="/ppt/media/image19.png" Id="R91a1e5aedec04875" /><ns0:Relationship Type="http://schemas.openxmlformats.org/officeDocument/2006/relationships/notesSlide" Target="/ppt/notesSlides/notesSlide25.xml" Id="R34306db55eab4c72"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77500a0e430e44c6" /><ns0:Relationship Type="http://schemas.openxmlformats.org/officeDocument/2006/relationships/image" Target="/ppt/media/image20.png" Id="Rc925e565b4b84d94" /><ns0:Relationship Type="http://schemas.openxmlformats.org/officeDocument/2006/relationships/notesSlide" Target="/ppt/notesSlides/notesSlide26.xml" Id="Rc308f17ae4b14edb"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f024859169094642" /><ns0:Relationship Type="http://schemas.openxmlformats.org/officeDocument/2006/relationships/image" Target="/ppt/media/image21.png" Id="Re13bd96a1bee4d7c" /><ns0:Relationship Type="http://schemas.openxmlformats.org/officeDocument/2006/relationships/notesSlide" Target="/ppt/notesSlides/notesSlide27.xml" Id="Rac6f64318c7941b5"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5a2afb6836814c92" /><ns0:Relationship Type="http://schemas.openxmlformats.org/officeDocument/2006/relationships/image" Target="/ppt/media/image22.png" Id="Rb76b2f7bc468425b" /><ns0:Relationship Type="http://schemas.openxmlformats.org/officeDocument/2006/relationships/notesSlide" Target="/ppt/notesSlides/notesSlide28.xml" Id="Rc09751a64d3246fc"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602eb80f0fcf4144" /><ns0:Relationship Type="http://schemas.openxmlformats.org/officeDocument/2006/relationships/image" Target="/ppt/media/image23.png" Id="R8f6bda6f95064e31" /><ns0:Relationship Type="http://schemas.openxmlformats.org/officeDocument/2006/relationships/notesSlide" Target="/ppt/notesSlides/notesSlide29.xml" Id="R3da18cfb0fd440d4"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a7c474e4b17c4752" /><ns0:Relationship Type="http://schemas.openxmlformats.org/officeDocument/2006/relationships/image" Target="/ppt/media/image24.png" Id="Rce08292d9afc4707" /><ns0:Relationship Type="http://schemas.openxmlformats.org/officeDocument/2006/relationships/notesSlide" Target="/ppt/notesSlides/notesSlide30.xml" Id="R931e146d273f4825"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bcec13c9aa884173" /><ns0:Relationship Type="http://schemas.openxmlformats.org/officeDocument/2006/relationships/image" Target="/ppt/media/image25.png" Id="R2f011b1f33304602" /><ns0:Relationship Type="http://schemas.openxmlformats.org/officeDocument/2006/relationships/notesSlide" Target="/ppt/notesSlides/notesSlide31.xml" Id="Rdbf26a9370814060"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f0f9105ac3c24991" /><ns0:Relationship Type="http://schemas.openxmlformats.org/officeDocument/2006/relationships/image" Target="/ppt/media/image26.png" Id="R99cb977bce7c415a" /><ns0:Relationship Type="http://schemas.openxmlformats.org/officeDocument/2006/relationships/notesSlide" Target="/ppt/notesSlides/notesSlide32.xml" Id="R625b0aa0602449c2"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b90e595e78224ceb" /><ns0:Relationship Type="http://schemas.openxmlformats.org/officeDocument/2006/relationships/image" Target="/ppt/media/image27.png" Id="R8dcaf7a86da0413c" /><ns0:Relationship Type="http://schemas.openxmlformats.org/officeDocument/2006/relationships/notesSlide" Target="/ppt/notesSlides/notesSlide33.xml" Id="Rb3376bc0923a4cc3"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b7ac7b71a52643cb" /><ns0:Relationship Type="http://schemas.openxmlformats.org/officeDocument/2006/relationships/image" Target="/ppt/media/image28.png" Id="R5ce0a4bb8608427d" /><ns0:Relationship Type="http://schemas.openxmlformats.org/officeDocument/2006/relationships/notesSlide" Target="/ppt/notesSlides/notesSlide34.xml" Id="Re9dad0eafd4b48f9"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705c204d725a4694" /><ns0:Relationship Type="http://schemas.openxmlformats.org/officeDocument/2006/relationships/image" Target="/ppt/media/image29.png" Id="R80645b4e16254407" /><ns0:Relationship Type="http://schemas.openxmlformats.org/officeDocument/2006/relationships/notesSlide" Target="/ppt/notesSlides/notesSlide35.xml" Id="R018f33994bac4a62"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result.mp4" /><ns0:Relationship Id="rIdWorkshopMedia" Type="http://schemas.microsoft.com/office/2007/relationships/media" Target="../media/workshop_dangerous_space_result.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1a7be489e9b04f59" /><ns0:Relationship Type="http://schemas.openxmlformats.org/officeDocument/2006/relationships/image" Target="/ppt/media/image30.png" Id="Rd55bfa9d13904a26" /><ns0:Relationship Type="http://schemas.openxmlformats.org/officeDocument/2006/relationships/notesSlide" Target="/ppt/notesSlides/notesSlide36.xml" Id="R1c5db7cd103e482e"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75bddb0a09c44d94" /><ns0:Relationship Type="http://schemas.openxmlformats.org/officeDocument/2006/relationships/image" Target="/ppt/media/image31.png" Id="Rfef4ddd2d29f41f4" /><ns0:Relationship Type="http://schemas.openxmlformats.org/officeDocument/2006/relationships/notesSlide" Target="/ppt/notesSlides/notesSlide37.xml" Id="R3823d38039c745e9"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f727f49f5d2f4aaf" /><ns0:Relationship Type="http://schemas.openxmlformats.org/officeDocument/2006/relationships/image" Target="/ppt/media/image32.png" Id="R73bd82d168354619" /><ns0:Relationship Type="http://schemas.openxmlformats.org/officeDocument/2006/relationships/notesSlide" Target="/ppt/notesSlides/notesSlide38.xml" Id="R7412efb7f5294235"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4b192a873e5b4e29" /><ns0:Relationship Type="http://schemas.openxmlformats.org/officeDocument/2006/relationships/image" Target="/ppt/media/image33.png" Id="Ra179079a17ea49fc" /><ns0:Relationship Type="http://schemas.openxmlformats.org/officeDocument/2006/relationships/notesSlide" Target="/ppt/notesSlides/notesSlide39.xml" Id="R682132e288a14f87"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4bfef2677ee44a61" /><ns0:Relationship Type="http://schemas.openxmlformats.org/officeDocument/2006/relationships/image" Target="/ppt/media/image34.png" Id="Rdca163397c774699" /><ns0:Relationship Type="http://schemas.openxmlformats.org/officeDocument/2006/relationships/notesSlide" Target="/ppt/notesSlides/notesSlide40.xml" Id="Rfcc11969fb60457b"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d147866cae9541ff" /><ns0:Relationship Type="http://schemas.openxmlformats.org/officeDocument/2006/relationships/image" Target="/ppt/media/image35.png" Id="Rb6799408260b4543" /><ns0:Relationship Type="http://schemas.openxmlformats.org/officeDocument/2006/relationships/notesSlide" Target="/ppt/notesSlides/notesSlide41.xml" Id="R21264afde1834054"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1f75666bc59a4d94" /><ns0:Relationship Type="http://schemas.openxmlformats.org/officeDocument/2006/relationships/image" Target="/ppt/media/image36.png" Id="R8d6dd4db00ea484f" /><ns0:Relationship Type="http://schemas.openxmlformats.org/officeDocument/2006/relationships/notesSlide" Target="/ppt/notesSlides/notesSlide42.xml" Id="R84423fb8ffaa4884"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86bc0e34655846de" /><ns0:Relationship Type="http://schemas.openxmlformats.org/officeDocument/2006/relationships/image" Target="/ppt/media/image37.png" Id="R025a20af5ad84df2" /><ns0:Relationship Type="http://schemas.openxmlformats.org/officeDocument/2006/relationships/notesSlide" Target="/ppt/notesSlides/notesSlide43.xml" Id="R8150c9e145714f0e"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fc82e6a94719485e" /><ns0:Relationship Type="http://schemas.openxmlformats.org/officeDocument/2006/relationships/image" Target="/ppt/media/image38.png" Id="R86661d3ca54a4bbc" /><ns0:Relationship Type="http://schemas.openxmlformats.org/officeDocument/2006/relationships/notesSlide" Target="/ppt/notesSlides/notesSlide44.xml" Id="Rb75156ac8e8643c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cc84fff4c7d6402d" /><ns0:Relationship Type="http://schemas.openxmlformats.org/officeDocument/2006/relationships/image" Target="/ppt/media/image39.png" Id="Rf9593766f71a46e8" /><ns0:Relationship Type="http://schemas.openxmlformats.org/officeDocument/2006/relationships/notesSlide" Target="/ppt/notesSlides/notesSlide45.xml" Id="R6e58b842e2bd4d63"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0db33431bb8b4cac" /><ns0:Relationship Type="http://schemas.openxmlformats.org/officeDocument/2006/relationships/image" Target="/ppt/media/image40.png" Id="R7ddec6f496804142" /><ns0:Relationship Type="http://schemas.openxmlformats.org/officeDocument/2006/relationships/notesSlide" Target="/ppt/notesSlides/notesSlide46.xml" Id="R1359cca4753e4089"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8134dcbfdd13419c" /><ns0:Relationship Type="http://schemas.openxmlformats.org/officeDocument/2006/relationships/image" Target="/ppt/media/image41.png" Id="R864b3357d32d4c08" /><ns0:Relationship Type="http://schemas.openxmlformats.org/officeDocument/2006/relationships/notesSlide" Target="/ppt/notesSlides/notesSlide47.xml" Id="Rb29f4d549a004451"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457be6768c984984" /><ns0:Relationship Type="http://schemas.openxmlformats.org/officeDocument/2006/relationships/image" Target="/ppt/media/image42.png" Id="R7c514045ff124032" /><ns0:Relationship Type="http://schemas.openxmlformats.org/officeDocument/2006/relationships/notesSlide" Target="/ppt/notesSlides/notesSlide48.xml" Id="Rf80dee324b434f9d"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6e987d4dc2ec4c73" /><ns0:Relationship Type="http://schemas.openxmlformats.org/officeDocument/2006/relationships/image" Target="/ppt/media/image43.png" Id="R4d15c5b1e9fd4cbf" /><ns0:Relationship Type="http://schemas.openxmlformats.org/officeDocument/2006/relationships/notesSlide" Target="/ppt/notesSlides/notesSlide49.xml" Id="R78c03dda3f89436f"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40773ecb6ee94bd9" /><ns0:Relationship Type="http://schemas.openxmlformats.org/officeDocument/2006/relationships/image" Target="/ppt/media/image44.png" Id="R874bd2a1108545d1" /><ns0:Relationship Type="http://schemas.openxmlformats.org/officeDocument/2006/relationships/notesSlide" Target="/ppt/notesSlides/notesSlide50.xml" Id="R5fecead178f74e7e"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4ae608a4347d4272" /><ns0:Relationship Type="http://schemas.openxmlformats.org/officeDocument/2006/relationships/image" Target="/ppt/media/image45.png" Id="R4a2b03443c9a4865" /><ns0:Relationship Type="http://schemas.openxmlformats.org/officeDocument/2006/relationships/notesSlide" Target="/ppt/notesSlides/notesSlide51.xml" Id="Rceda580ec2384572"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D474A461-9A85-46F6-A4F6-621D77B697A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AD8FD26-14BC-4F94-87EB-4251276CC8A4}"/>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A04C1FDA-90CA-4A7B-9037-C41345625870}"/>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1AFF9457-8593-47BA-9A26-00F90EDDA48F}"/>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8B9F91FD-0A9B-406F-960F-2B3FAE6BAF17}"/>
              </a:ext>
            </a:extLst>
          </p:cNvPr>
          <p:cNvPicPr>
            <a:picLocks noChangeAspect="1"/>
          </p:cNvPicPr>
          <p:nvPr/>
        </p:nvPicPr>
        <p:blipFill>
          <a:blip r:embed="Raeb8af7b0cc84857"/>
          <a:stretch/>
        </p:blipFill>
        <p:spPr>
          <a:xfrm>
            <a:off x="5667375" y="2190750"/>
            <a:ext cx="6096000" cy="3429000"/>
          </a:xfrm>
          <a:prstGeom prst="rect">
            <a:avLst/>
          </a:prstGeom>
        </p:spPr>
      </p:pic>
      <p:sp>
        <p:nvSpPr>
          <p:cNvPr id="6" name="">
            <a:extLst>
              <a:ext uri="{FF2B5EF4-FFF2-40B4-BE49-F238E27FC236}">
                <ns2:creationId id="{D1788343-2870-4798-9649-884C559B28FB}"/>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8ECA575C-0B1A-4446-BC01-5BFA32D9974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DC060D8B-9D70-4D67-A045-E000DD27D6C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241068685"/>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E25E35E0-8FF0-4D62-B1C9-D8BF4F1FC7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5B0E2FE-9D11-4D9F-9FF0-816312C99647}"/>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E0241CC0-3DA7-47D2-BA44-37ED02C08DD0}"/>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B7EC7330-3D95-4A86-9FC7-30D220AB1835}"/>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67A3A568-7112-4D94-A0F5-93681265E618}"/>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8EE18054-FCDD-459E-8D19-F45E2AD81AE4}"/>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9C1FC6FD-E976-4116-93A7-F71350D79EF9}"/>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66071821-D301-4C10-AFEE-227C1767D09A}"/>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1B122887-05DD-4C14-ABFD-8021AC52B758}"/>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B1C0C369-779E-4957-BF8F-E9BD65ABDE2B}"/>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F4258CD0-357D-457F-A8B2-2E43B498A0A2}"/>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B0BFAC23-031E-46F9-852F-C5C5AD043938}"/>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6F5A744E-A612-4868-8ED7-763AD3FB3CDD}"/>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82EFCB81-E7EC-40B8-AEDD-D0CBFFBDEE2B}"/>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0E01F0AC-9A91-4404-9669-35D6773C231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182671557"/>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ADDD84E-1C6B-4092-B8A3-8ECCC75403B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D446B3C-565C-4D0D-95AC-6272C0A8401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3950717F-37D5-49BC-A1C5-A9C1C219364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739E9697-1466-48B1-BA4E-05503D7E5CE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38A5D6F-FDDD-44AB-970E-7E1F7EDE053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76A25897-5483-436B-9958-CB10B3F8716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2A260F8-8A19-42DA-B7B5-2051B6D0714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42ECCD3B-4BF1-4DDA-ADE8-04D75153E49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1EDC3699-686C-4348-8499-40E2154EBADE}"/>
              </a:ext>
            </a:extLst>
          </p:cNvPr>
          <p:cNvPicPr>
            <a:picLocks noChangeAspect="1"/>
          </p:cNvPicPr>
          <p:nvPr/>
        </p:nvPicPr>
        <p:blipFill>
          <a:blip r:embed="Rfd2e9198119d4de6"/>
          <a:stretch/>
        </p:blipFill>
        <p:spPr>
          <a:xfrm>
            <a:off x="3730598" y="1428750"/>
            <a:ext cx="7302555" cy="4333875"/>
          </a:xfrm>
          <a:prstGeom prst="rect">
            <a:avLst/>
          </a:prstGeom>
        </p:spPr>
      </p:pic>
      <p:sp>
        <p:nvSpPr>
          <p:cNvPr id="10" name="">
            <a:extLst>
              <a:ext uri="{FF2B5EF4-FFF2-40B4-BE49-F238E27FC236}">
                <ns2:creationId id="{284DCDC0-4D44-414D-BCCC-1DE122C48F9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DEA64503-04E0-4FCF-8130-35D244887A3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6791A644-89F2-48AC-A312-399D39BB8C6D}"/>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CA493AE8-C86C-43B6-A7BB-1ABCA9451BF6}"/>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AA948BCF-AA6B-4A46-8F30-D7CA6D7018FF}"/>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A5279C24-A1EB-427F-9BE1-623A0D7A925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1662771918"/>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EC26335-013E-47C7-82A9-B22CEB0102E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50115FF-FCA1-4EF3-8FD7-7DE5DFB343C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CE7EF732-3D8A-4C18-847C-71E585C2E62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F0866AC4-6AAB-41C8-91B4-46E5F09E998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85A68E1-207C-4A38-A23D-12FB8B4A4A9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8A8DFFE2-5011-4C95-855F-0D13968007A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C4C5314-7A12-445A-9FFB-65B2F08C3A8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50D23226-AAE1-4C25-8D80-BD61F497F87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D8429F69-1B3A-4D98-AEC1-12CC9B846217}"/>
              </a:ext>
            </a:extLst>
          </p:cNvPr>
          <p:cNvPicPr>
            <a:picLocks noChangeAspect="1"/>
          </p:cNvPicPr>
          <p:nvPr/>
        </p:nvPicPr>
        <p:blipFill>
          <a:blip r:embed="R8c20e55a5e8e48d4"/>
          <a:stretch/>
        </p:blipFill>
        <p:spPr>
          <a:xfrm>
            <a:off x="3529542" y="1428750"/>
            <a:ext cx="7704667" cy="4333875"/>
          </a:xfrm>
          <a:prstGeom prst="rect">
            <a:avLst/>
          </a:prstGeom>
        </p:spPr>
      </p:pic>
      <p:sp>
        <p:nvSpPr>
          <p:cNvPr id="10" name="">
            <a:extLst>
              <a:ext uri="{FF2B5EF4-FFF2-40B4-BE49-F238E27FC236}">
                <ns2:creationId id="{112E3C03-9D73-4B18-ABEB-DD753B8311E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DA03666C-D7AD-4C07-9F58-0769D65814C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EE54A9A7-919F-4C6A-9905-2C0DC9DB97F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9A92AE12-673F-4F9C-A396-1E94E0201A1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5E64DF6A-0A89-4D65-8057-1A63B0CFB4E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332588788"/>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12266E6-4D06-4A50-860E-E79B19F28EA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29B1D60-38E7-4A4D-BC58-B33D76B3794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F9542985-CC66-45A5-BF7C-68CB63992B3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94A21032-EC76-42EB-A51B-E79A3E4D9B0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793B668-320F-4BB4-A098-C43BF4713F8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2A6D43F8-D4F7-4F3D-8B46-B9845DC6EB7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FA82E8C-195D-4F89-A09A-58CD9B97CAF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E4CDE0A9-1078-4642-AC42-80B3E9B23AC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hlinkClick action="ppaction://media"/>
            <a:extLst>
              <a:ext uri="{FF2B5EF4-FFF2-40B4-BE49-F238E27FC236}">
                <ns2:creationId id="{826B0AC3-744A-47F9-9E99-445FD0CED672}"/>
              </a:ext>
            </a:extLst>
          </p:cNvPr>
          <p:cNvPicPr>
            <a:picLocks noChangeAspect="1"/>
          </p:cNvPicPr>
          <p:nvPr>
            <a:videoFile r:link="rIdWorkshopVideo"/>
            <p:extLst>
              <p:ext uri="{DAA4B4D4-6D71-4841-9C94-3DE7FCFB9230}">
                <p14:media r:embed="rIdWorkshopMedia"/>
              </p:ext>
            </p:extLst>
          </p:nvPr>
        </p:nvPicPr>
        <p:blipFill>
          <a:blip r:embed="R43cc22b1e0884a8d"/>
          <a:stretch/>
        </p:blipFill>
        <p:spPr>
          <a:xfrm>
            <a:off x="3724275" y="1428750"/>
            <a:ext cx="7315200" cy="4114800"/>
          </a:xfrm>
          <a:prstGeom prst="rect">
            <a:avLst/>
          </a:prstGeom>
        </p:spPr>
      </p:pic>
      <p:sp>
        <p:nvSpPr>
          <p:cNvPr id="10" name="">
            <a:extLst>
              <a:ext uri="{FF2B5EF4-FFF2-40B4-BE49-F238E27FC236}">
                <ns2:creationId id="{6D384B9F-D745-4F9F-9A35-1252691D5CB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6349E6E9-4A88-4F29-BD85-1C9F09CE279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E0DC7B79-1A2C-4D18-B5D3-5E1838880C0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0C1440FC-74F7-43D3-89B0-1A20D4C57D3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FFA37439-8F78-41EF-AF5B-40670C1EC72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B060B241-B757-440A-AB4C-E5EA19AE7C9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102208629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3BDC933D-7F03-492A-98A8-F00C636835C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D73652F-1F20-4E77-AC46-F0A0E8A7A8C5}"/>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D3A862DB-427F-42C2-A1AB-107ED8D258CC}"/>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4FC14255-CAAC-49E4-AA44-AA2F7605D9A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Can continuous coordinates recover the events we want to analyze?</a:t>
            </a:r>
          </a:p>
        </p:txBody>
      </p:sp>
      <p:sp>
        <p:nvSpPr>
          <p:cNvPr id="5" name="">
            <a:extLst>
              <a:ext uri="{FF2B5EF4-FFF2-40B4-BE49-F238E27FC236}">
                <ns2:creationId id="{13922F9F-3193-42F1-9D87-FB58C1B8DEFD}"/>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C5F5B065-9BF3-428D-945F-CE20B01F7B6C}"/>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Ball control and possession</a:t>
            </a:r>
          </a:p>
        </p:txBody>
      </p:sp>
      <p:sp>
        <p:nvSpPr>
          <p:cNvPr id="7" name="">
            <a:extLst>
              <a:ext uri="{FF2B5EF4-FFF2-40B4-BE49-F238E27FC236}">
                <ns2:creationId id="{205127B7-7ED4-400C-A494-0AD15812971E}"/>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 release and reception</a:t>
            </a:r>
          </a:p>
        </p:txBody>
      </p:sp>
      <p:sp>
        <p:nvSpPr>
          <p:cNvPr id="8" name="">
            <a:extLst>
              <a:ext uri="{FF2B5EF4-FFF2-40B4-BE49-F238E27FC236}">
                <ns2:creationId id="{956E193C-6EB0-48A1-AE69-FAC67379D672}"/>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and duels</a:t>
            </a:r>
          </a:p>
        </p:txBody>
      </p:sp>
      <p:sp>
        <p:nvSpPr>
          <p:cNvPr id="9" name="">
            <a:extLst>
              <a:ext uri="{FF2B5EF4-FFF2-40B4-BE49-F238E27FC236}">
                <ns2:creationId id="{D785F3A1-23E0-4F7F-9E65-860048ACF019}"/>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Pressure and defensive engagements</a:t>
            </a:r>
          </a:p>
        </p:txBody>
      </p:sp>
      <p:sp>
        <p:nvSpPr>
          <p:cNvPr id="10" name="">
            <a:extLst>
              <a:ext uri="{FF2B5EF4-FFF2-40B4-BE49-F238E27FC236}">
                <ns2:creationId id="{E7E1B799-B6E2-47DA-BB10-2E1D93DA0726}"/>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Timing-aware validation</a:t>
            </a:r>
          </a:p>
        </p:txBody>
      </p:sp>
      <p:sp>
        <p:nvSpPr>
          <p:cNvPr id="11" name="">
            <a:extLst>
              <a:ext uri="{FF2B5EF4-FFF2-40B4-BE49-F238E27FC236}">
                <ns2:creationId id="{0190DF54-A3AC-467A-93CF-501BAF303FA7}"/>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Ambiguity and missing ball tracking</a:t>
            </a:r>
          </a:p>
        </p:txBody>
      </p:sp>
      <p:sp>
        <p:nvSpPr>
          <p:cNvPr id="12" name="">
            <a:extLst>
              <a:ext uri="{FF2B5EF4-FFF2-40B4-BE49-F238E27FC236}">
                <ns2:creationId id="{4C4EE77A-2E94-4079-97FD-63B2C5625242}"/>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possession and pass-event candidates</a:t>
            </a:r>
          </a:p>
        </p:txBody>
      </p:sp>
      <p:sp>
        <p:nvSpPr>
          <p:cNvPr id="13" name="">
            <a:extLst>
              <a:ext uri="{FF2B5EF4-FFF2-40B4-BE49-F238E27FC236}">
                <ns2:creationId id="{F6469D96-9623-4E09-94FD-547F234CE49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43090779"/>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D52532A-E2B1-480D-9D5A-DFE29E8B5E4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23F23D1-1D28-433F-828C-9D1B3395C26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8FA9BCA2-056A-4E40-833A-B1DDE34FDEE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9E0BC228-1379-46EA-B4FE-64459FE2DF3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2DD218E-29CE-4254-BC11-648D3EE7309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E0BCE2A0-09EA-4622-A495-5382057EE95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53A2A90-37A2-4EF3-8488-A1B47086D64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Proximity and ball-height gates; require stable control.</a:t>
            </a:r>
          </a:p>
        </p:txBody>
      </p:sp>
      <p:sp>
        <p:nvSpPr>
          <p:cNvPr id="8" name="">
            <a:extLst>
              <a:ext uri="{FF2B5EF4-FFF2-40B4-BE49-F238E27FC236}">
                <ns2:creationId id="{276BA607-A4EC-4858-B7C5-CF9C3E947CA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Result video highlights stable-control candidates, with a possession timeline and player–ball distance plot. Candidate uses distance ≤2 m, ball height ≤2 m and ≥0.3 s stable control. This is an offline heuristic, not a validated event detector or PathCRF implementation. Half-speed playback.">
            <a:hlinkClick action="ppaction://media"/>
            <a:extLst>
              <a:ext uri="{FF2B5EF4-FFF2-40B4-BE49-F238E27FC236}">
                <ns2:creationId id="{771DDCB2-EAB6-4AFD-B526-6394F99575B2}"/>
              </a:ext>
            </a:extLst>
          </p:cNvPr>
          <p:cNvPicPr>
            <a:picLocks noChangeAspect="1"/>
          </p:cNvPicPr>
          <p:nvPr>
            <a:videoFile r:link="rIdWorkshopVideo"/>
            <p:extLst>
              <p:ext uri="{DAA4B4D4-6D71-4841-9C94-3DE7FCFB9230}">
                <p14:media r:embed="rIdWorkshopMedia"/>
              </p:ext>
            </p:extLst>
          </p:nvPr>
        </p:nvPicPr>
        <p:blipFill>
          <a:blip r:embed="R4d09283883cf49d0"/>
          <a:stretch/>
        </p:blipFill>
        <p:spPr>
          <a:xfrm>
            <a:off x="3724275" y="1428750"/>
            <a:ext cx="7315200" cy="4114800"/>
          </a:xfrm>
          <a:prstGeom prst="rect">
            <a:avLst/>
          </a:prstGeom>
        </p:spPr>
      </p:pic>
      <p:sp>
        <p:nvSpPr>
          <p:cNvPr id="10" name="">
            <a:extLst>
              <a:ext uri="{FF2B5EF4-FFF2-40B4-BE49-F238E27FC236}">
                <ns2:creationId id="{C5254585-EBC9-41B5-BC21-E0641F7E9BBD}"/>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642C1E43-3C0F-4BBC-8E4B-641F0B51B76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0E7DE495-2F9E-47F3-9104-5E221EA5255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966675A1-365B-4875-88EC-4231FAFA669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0EEBC451-D404-4937-8320-46C6AB41D73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608C9763-2B3D-4510-9583-DFDFFED6538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343560531"/>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3313C8A-9F4E-4DBE-9B08-479E36E3039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BDF2CF2-5C86-4612-91F6-1D0588FDEBC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02C40BE3-FA27-4040-B2CB-1803A4BE508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D8250BEC-3DF2-4CAF-9BFB-6A7FF1D7822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4566340-16BE-48AF-8130-2983A16EC7D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41F6C5FD-9FCC-4DC3-86ED-DAFC8148331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9ADEF1F-4C67-4CE7-A302-48B6E8A11D5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control segments; inspect distance and ball motion.</a:t>
            </a:r>
          </a:p>
        </p:txBody>
      </p:sp>
      <p:sp>
        <p:nvSpPr>
          <p:cNvPr id="8" name="">
            <a:extLst>
              <a:ext uri="{FF2B5EF4-FFF2-40B4-BE49-F238E27FC236}">
                <ns2:creationId id="{3970E6D0-56CB-4F77-8935-48B945937C5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
            <a:hlinkClick action="ppaction://media"/>
            <a:extLst>
              <a:ext uri="{FF2B5EF4-FFF2-40B4-BE49-F238E27FC236}">
                <ns2:creationId id="{1B76647C-06FE-46E0-871A-F431D08429EA}"/>
              </a:ext>
            </a:extLst>
          </p:cNvPr>
          <p:cNvPicPr>
            <a:picLocks noChangeAspect="1"/>
          </p:cNvPicPr>
          <p:nvPr>
            <a:videoFile r:link="rIdWorkshopVideo"/>
            <p:extLst>
              <p:ext uri="{DAA4B4D4-6D71-4841-9C94-3DE7FCFB9230}">
                <p14:media r:embed="rIdWorkshopMedia"/>
              </p:ext>
            </p:extLst>
          </p:nvPr>
        </p:nvPicPr>
        <p:blipFill>
          <a:blip r:embed="Rb681daf4728f4d8f"/>
          <a:stretch/>
        </p:blipFill>
        <p:spPr>
          <a:xfrm>
            <a:off x="3724275" y="1428750"/>
            <a:ext cx="7315200" cy="4114800"/>
          </a:xfrm>
          <a:prstGeom prst="rect">
            <a:avLst/>
          </a:prstGeom>
        </p:spPr>
      </p:pic>
      <p:sp>
        <p:nvSpPr>
          <p:cNvPr id="10" name="">
            <a:extLst>
              <a:ext uri="{FF2B5EF4-FFF2-40B4-BE49-F238E27FC236}">
                <ns2:creationId id="{DDF7A67B-7C32-4BA3-9E93-883D0400D98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8EF1B231-15F1-4A34-9075-9988F644100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6BF7406C-2ED1-4200-B0A8-9C9DA16E509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2ED0B51D-3F6A-4D3A-8D94-5CDEDF81C66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CA7C63A0-DA2D-4E4D-804A-E5D3E1B4AFA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5A172643-1113-4CED-99EA-33570BA87DC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132846072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BAA9296-A77E-4287-9397-C882BA02B7F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0946612-DFF1-4334-B865-E4B4582A382F}"/>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A18C311-7FE6-4D72-8728-8782BA071618}"/>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79F36797-33E0-42D3-A323-A30A63F7BB28}"/>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F6AAD377-9DE6-4B42-9A21-027EC2218C02}"/>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CA8A5F84-293E-4B0A-B8D7-F4BCE90671F5}"/>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1A4C3234-07DC-44D4-B223-4CFFC37505F4}"/>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44E1CE73-EF39-4E6F-9EB3-F30A3E186172}"/>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C86B0253-495E-417C-812B-FE56FD71BDED}"/>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ACC6ACB0-EB67-47EB-B8A2-C339E025E432}"/>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2BF91BAE-817D-4FC7-95EB-D7B38D10B8EC}"/>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7F40AF90-A6F6-4C70-988D-6BBB5FAC2217}"/>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3051E9CC-FCA6-4FB1-8E48-F9334862A45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956114374"/>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37986E8-1006-4040-A113-4AAC54B5A0D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D110252-FBB5-4653-B7B1-A463C265AEC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307D382E-713A-482F-8B54-8DAAD2BAA6F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9A4277DB-D6D6-4ACF-A3EA-85CD173359F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A50A9FA-6E0F-4062-987D-8A480490C7A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1AD95A7C-5558-4B8B-85AA-577FD553879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275BB7E-BEE2-4FEC-9C9A-0DF385CE5F4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Centroid normalization and minimum-cost template assignment.</a:t>
            </a:r>
          </a:p>
        </p:txBody>
      </p:sp>
      <p:sp>
        <p:nvSpPr>
          <p:cNvPr id="8" name="">
            <a:extLst>
              <a:ext uri="{FF2B5EF4-FFF2-40B4-BE49-F238E27FC236}">
                <ns2:creationId id="{9E01DCFF-EC9D-4A64-AC90-15662CE0226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teaching baseline</a:t>
            </a:r>
          </a:p>
        </p:txBody>
      </p:sp>
      <p:pic>
        <p:nvPicPr>
          <p:cNvPr id="9" name="">
            <a:extLst>
              <a:ext uri="{FF2B5EF4-FFF2-40B4-BE49-F238E27FC236}">
                <ns2:creationId id="{FF950E95-0D63-40A0-950C-2952826E7284}"/>
              </a:ext>
            </a:extLst>
          </p:cNvPr>
          <p:cNvPicPr>
            <a:picLocks noChangeAspect="1"/>
          </p:cNvPicPr>
          <p:nvPr/>
        </p:nvPicPr>
        <p:blipFill>
          <a:blip r:embed="R375ac8532b8044db"/>
          <a:stretch/>
        </p:blipFill>
        <p:spPr>
          <a:xfrm>
            <a:off x="3048000" y="1428750"/>
            <a:ext cx="8667750" cy="4333875"/>
          </a:xfrm>
          <a:prstGeom prst="rect">
            <a:avLst/>
          </a:prstGeom>
        </p:spPr>
      </p:pic>
      <p:sp>
        <p:nvSpPr>
          <p:cNvPr id="10" name="">
            <a:extLst>
              <a:ext uri="{FF2B5EF4-FFF2-40B4-BE49-F238E27FC236}">
                <ns2:creationId id="{68B6759B-A687-4F06-9110-3DB9E9973E3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best-fitting formation, assigned slots and competing scores.</a:t>
            </a:r>
          </a:p>
        </p:txBody>
      </p:sp>
      <p:sp>
        <p:nvSpPr>
          <p:cNvPr id="11" name="">
            <a:extLst>
              <a:ext uri="{FF2B5EF4-FFF2-40B4-BE49-F238E27FC236}">
                <ns2:creationId id="{CC607CF3-DA34-4E20-A43D-0A19CC18433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89B4B84A-F454-409F-86E0-1ADD95B1AC52}"/>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934C1A53-D641-4BDE-9B1A-D9E9E4AE4000}"/>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581D0386-E464-4EFF-99F3-6A92BD4589D1}"/>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BC30EC75-F8F4-431D-AA78-9B35F9BBDC0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780176818"/>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D845BE1-3E04-431F-8303-6F7AE7A4B18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4976C3-ADC2-45D9-BF47-187E3BD3D48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A47E8676-B407-40CA-BE90-52F1A7A9C72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0BF90E32-8B41-474E-A533-FDB5309A8FA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B56B4F2-FD6D-4AA1-A083-560E4E10308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0235CBDD-65E8-43D5-8B11-1D7038F19C5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E6181C9-BF7C-42E4-A35D-F80901B33D7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EE39F096-8ED9-4787-9EB5-C9798AD1F5E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FD4A1CAE-A385-4235-8528-54225F3B3E27}"/>
              </a:ext>
            </a:extLst>
          </p:cNvPr>
          <p:cNvPicPr>
            <a:picLocks noChangeAspect="1"/>
          </p:cNvPicPr>
          <p:nvPr/>
        </p:nvPicPr>
        <p:blipFill>
          <a:blip r:embed="Ra2ed43691a324563"/>
          <a:stretch/>
        </p:blipFill>
        <p:spPr>
          <a:xfrm>
            <a:off x="3048000" y="1428750"/>
            <a:ext cx="8667750" cy="4333875"/>
          </a:xfrm>
          <a:prstGeom prst="rect">
            <a:avLst/>
          </a:prstGeom>
        </p:spPr>
      </p:pic>
      <p:sp>
        <p:nvSpPr>
          <p:cNvPr id="10" name="">
            <a:extLst>
              <a:ext uri="{FF2B5EF4-FFF2-40B4-BE49-F238E27FC236}">
                <ns2:creationId id="{99F4A7B6-0FA5-4841-BD8D-2DCEB7C5460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6D82B2F7-2062-4A79-878D-EEE7CB89FBA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1AEFA586-2BB5-42F4-95E8-8F397BE8889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36F6E9D8-86B3-4431-A451-0BD6455AF11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568780910"/>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817C3050-A450-445B-9062-BF2341559FC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2A89856-F260-422E-BEE5-CC7D47A1FFE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B1658035-7452-410E-A279-D6C64F85C82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9300AE55-601C-4BA4-9B34-CC8AACD56E9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96ADEF8-C0E9-40BC-A347-B16664CE72E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B906672E-F24D-4B42-A2AF-0A1AEA14BB2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1B3154B-7779-47C4-B2B6-F99838D8378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E90D1DF9-CD81-43D6-8FC1-BB177DDF216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5EC9FB26-DA35-460A-B03A-461759D0B1A1}"/>
              </a:ext>
            </a:extLst>
          </p:cNvPr>
          <p:cNvPicPr>
            <a:picLocks noChangeAspect="1"/>
          </p:cNvPicPr>
          <p:nvPr/>
        </p:nvPicPr>
        <p:blipFill>
          <a:blip r:embed="Rb28d7a48ae214add"/>
          <a:stretch/>
        </p:blipFill>
        <p:spPr>
          <a:xfrm>
            <a:off x="3048000" y="1428750"/>
            <a:ext cx="8667750" cy="4333875"/>
          </a:xfrm>
          <a:prstGeom prst="rect">
            <a:avLst/>
          </a:prstGeom>
        </p:spPr>
      </p:pic>
      <p:sp>
        <p:nvSpPr>
          <p:cNvPr id="10" name="">
            <a:extLst>
              <a:ext uri="{FF2B5EF4-FFF2-40B4-BE49-F238E27FC236}">
                <ns2:creationId id="{D64C1F25-2E37-4F0A-AB10-A058DA138B2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1CD36DA0-DE47-4421-B96B-00C316D350B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8FCD04EF-F413-4CB7-9974-6F65759D7B4B}"/>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A0ABE618-3DB6-431F-A9C6-4A9766B94B47}"/>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9F6A123B-53D4-4036-8258-8B0EECA2128D}"/>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B17C468D-A05B-4689-AE19-6816B29B388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1726016978"/>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7B3BA178-B61F-49D8-B2F8-8411025292E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D627777-23C9-46BA-99F5-F69B78E1D1E3}"/>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94379BCD-7F6B-474F-9BFB-38F94124254B}"/>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83633446-F263-425F-904D-1BE56BF2C5F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7355A19F-2335-4F77-BF75-FFCF1F0DB4F2}"/>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D44766F2-D306-46F7-A10A-38EAFCE0C9D7}"/>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FE21FDF3-8498-4EA1-973A-CB909F78E909}"/>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1789A2E3-6CF7-4498-8B0D-EFFA646044C0}"/>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00385C73-196D-41EB-A47D-30539D2928AA}"/>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6A58A901-1DBA-47F3-8520-1AA1C3356FDF}"/>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6E6E3195-E00C-4A01-9F6B-829A07A5CBB0}"/>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E257B55A-5A28-403A-8188-641A57B4F23A}"/>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09055B76-5C2F-47E5-9288-F948F443056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374961826"/>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149C312B-6EED-45D3-B9CE-204F70BF91C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3A0E6F8-E9A3-46F7-A92B-A5DA073DACD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9BB76A1A-469E-4786-86E0-660B501F6EB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does one phase end and another begin?</a:t>
            </a:r>
          </a:p>
        </p:txBody>
      </p:sp>
      <p:sp>
        <p:nvSpPr>
          <p:cNvPr id="4" name="">
            <a:extLst>
              <a:ext uri="{FF2B5EF4-FFF2-40B4-BE49-F238E27FC236}">
                <ns2:creationId id="{E879A9B3-789E-457E-807F-C3A9F503196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AC5A143-B0F4-46A4-A241-0F0BAAB5098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Assign context to continuous tracking intervals.</a:t>
            </a:r>
          </a:p>
        </p:txBody>
      </p:sp>
      <p:sp>
        <p:nvSpPr>
          <p:cNvPr id="6" name="">
            <a:extLst>
              <a:ext uri="{FF2B5EF4-FFF2-40B4-BE49-F238E27FC236}">
                <ns2:creationId id="{5AE4587C-2219-4D62-97FB-AD488026413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6B37322-2FB0-4CB4-8345-FC38E4F22AC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Causal rule estimates versus supplied SkillCorner phase intervals.</a:t>
            </a:r>
          </a:p>
        </p:txBody>
      </p:sp>
      <p:sp>
        <p:nvSpPr>
          <p:cNvPr id="8" name="">
            <a:extLst>
              <a:ext uri="{FF2B5EF4-FFF2-40B4-BE49-F238E27FC236}">
                <ns2:creationId id="{60336175-5598-4003-8423-0C470796CE6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Different taxonomies · no accuracy claim</a:t>
            </a:r>
          </a:p>
        </p:txBody>
      </p:sp>
      <p:pic>
        <p:nvPicPr>
          <p:cNvPr id="9" name="Video: Where does one phase end and another begin?" descr="Embedded MP4. Click to play. 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
            <a:hlinkClick action="ppaction://media"/>
            <a:extLst>
              <a:ext uri="{FF2B5EF4-FFF2-40B4-BE49-F238E27FC236}">
                <ns2:creationId id="{5E50EBB4-E516-4C87-A52E-35FE8DEC0CFA}"/>
              </a:ext>
            </a:extLst>
          </p:cNvPr>
          <p:cNvPicPr>
            <a:picLocks noChangeAspect="1"/>
          </p:cNvPicPr>
          <p:nvPr>
            <a:videoFile r:link="rIdWorkshopVideo"/>
            <p:extLst>
              <p:ext uri="{DAA4B4D4-6D71-4841-9C94-3DE7FCFB9230}">
                <p14:media r:embed="rIdWorkshopMedia"/>
              </p:ext>
            </p:extLst>
          </p:nvPr>
        </p:nvPicPr>
        <p:blipFill>
          <a:blip r:embed="Rba6ae95b635d42fc"/>
          <a:stretch/>
        </p:blipFill>
        <p:spPr>
          <a:xfrm>
            <a:off x="3724275" y="1428750"/>
            <a:ext cx="7315200" cy="4114800"/>
          </a:xfrm>
          <a:prstGeom prst="rect">
            <a:avLst/>
          </a:prstGeom>
        </p:spPr>
      </p:pic>
      <p:sp>
        <p:nvSpPr>
          <p:cNvPr id="10" name="">
            <a:extLst>
              <a:ext uri="{FF2B5EF4-FFF2-40B4-BE49-F238E27FC236}">
                <ns2:creationId id="{839B50B2-48B0-444B-AA84-E7D9BC16A8A6}"/>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7A6EC468-9D39-41B5-9F07-EA2653B9CAF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synchronized timelines expose boundaries and disagreements.</a:t>
            </a:r>
          </a:p>
        </p:txBody>
      </p:sp>
      <p:sp>
        <p:nvSpPr>
          <p:cNvPr id="12" name="">
            <a:extLst>
              <a:ext uri="{FF2B5EF4-FFF2-40B4-BE49-F238E27FC236}">
                <ns2:creationId id="{31FCC711-7420-425C-9797-C1962FF25E4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C8FBE6A8-D916-4420-AC2B-21840DCAC25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AA4E4C54-7DBE-441B-89D6-A26741A4FFB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1C58F9DD-C6BA-4543-9589-BF3911B84D0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144390384"/>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8739EC1E-C326-4235-943E-60CB27975A5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5F251AC-BF70-4235-B0C1-EE2A49138DD5}"/>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842898F4-54D2-49E4-B726-90FCB928B9C5}"/>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7E483ED7-B720-4066-A8DC-AD7C384349C8}"/>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C6116942-08E2-4AD3-A5B1-3A0924D31B19}"/>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FFCFD3F6-5D77-4B59-8376-8E4B1EC57F9C}"/>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19D0EE85-3571-41E1-896C-EB7903667648}"/>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2FC7ACBF-35C9-4D5C-8473-B264811A2401}"/>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B32028F5-D7F7-42E6-A085-F35586B696F6}"/>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6E010D5E-9F98-401D-9529-976790564296}"/>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6566C1F7-5EA6-4E33-A291-BD5C5686069C}"/>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1DF2F2D3-7E21-4DAB-89F7-266D559A1812}"/>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67E3FFFD-CA00-4BF5-9347-A0CAC8E758F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416235787"/>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338D2F4-F120-4E47-8813-5E3A07C77A8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A8CA768-2192-41FC-B805-96491AB50C9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BC7C661-91A3-4ADE-91FF-1818CA30B14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5440CADA-5E38-48CD-8DEF-9F954D13680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D8050BF-A554-476E-89A0-304BC6A633E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AE0100A1-771C-4472-9A3F-234D1E22F3E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5061D03-EF62-4F27-9B39-9DEBBF62312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F05C90CD-AFFF-4EDB-8B1C-11261688B61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339B8902-3F70-42EA-A95C-8ED66B964917}"/>
              </a:ext>
            </a:extLst>
          </p:cNvPr>
          <p:cNvPicPr>
            <a:picLocks noChangeAspect="1"/>
          </p:cNvPicPr>
          <p:nvPr/>
        </p:nvPicPr>
        <p:blipFill>
          <a:blip r:embed="R7cb53806eb5943f7"/>
          <a:stretch/>
        </p:blipFill>
        <p:spPr>
          <a:xfrm>
            <a:off x="3048000" y="1428750"/>
            <a:ext cx="8667750" cy="4333875"/>
          </a:xfrm>
          <a:prstGeom prst="rect">
            <a:avLst/>
          </a:prstGeom>
        </p:spPr>
      </p:pic>
      <p:sp>
        <p:nvSpPr>
          <p:cNvPr id="10" name="">
            <a:extLst>
              <a:ext uri="{FF2B5EF4-FFF2-40B4-BE49-F238E27FC236}">
                <ns2:creationId id="{AB1CB594-23EC-4C08-BA54-82AC8A5E057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9A4A976E-818F-4636-A565-3E68D1D43EE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67EB8B6E-C3D7-4804-A0A7-21DACB4DDAA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CB9C030B-23F3-4371-994A-F995E04517C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5F236508-EEDE-46E7-955A-0BA8463A1B5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098172415"/>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2FBADF3C-36F9-4537-B9EB-B446FA5699B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209CB62-2EC7-45B6-873B-4421AEABA10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A69BB37-ABF1-4DDD-95F0-96414F6E27F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1527AF72-6299-43F7-9047-7FAA6E84EA8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B87EC88-FE8B-4D49-8586-04DD8DEE4D4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35E8DF70-F6D0-4A33-9C4B-EF5C4AE61FE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1E925C1-DC64-40D0-B112-C018E508EDE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E799549E-8717-4D99-911F-DF8DCE7768A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3CFE604C-9180-4B66-88C4-4388515B8E2B}"/>
              </a:ext>
            </a:extLst>
          </p:cNvPr>
          <p:cNvPicPr>
            <a:picLocks noChangeAspect="1"/>
          </p:cNvPicPr>
          <p:nvPr/>
        </p:nvPicPr>
        <p:blipFill>
          <a:blip r:embed="R980aa1a685a24cb4"/>
          <a:stretch/>
        </p:blipFill>
        <p:spPr>
          <a:xfrm>
            <a:off x="2952750" y="1539308"/>
            <a:ext cx="8858250" cy="4112759"/>
          </a:xfrm>
          <a:prstGeom prst="rect">
            <a:avLst/>
          </a:prstGeom>
        </p:spPr>
      </p:pic>
      <p:sp>
        <p:nvSpPr>
          <p:cNvPr id="10" name="">
            <a:extLst>
              <a:ext uri="{FF2B5EF4-FFF2-40B4-BE49-F238E27FC236}">
                <ns2:creationId id="{F80B402C-AF9B-408B-8C9C-C73124FCD57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FA286859-2470-42F3-B99B-6FC5F3C4206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45BC6A8A-9545-4B95-96AE-62D97525A11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400F8612-6216-4648-8FC0-871D36200B7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1D62C589-02BA-46B6-996C-B0668104904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1948101292"/>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AC066BE-ED9D-4AF9-9B23-B98BD2EFE3F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AE2A8B8-5EFC-4854-A6D5-E8675455968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E50A53F1-A4AD-4ABC-B066-2557961C056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2275E93C-95EB-44F0-B6C8-B5F0F1212AC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28D543D-34D3-4DC5-ABD2-3CC9CB2093E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597E4F64-6F55-4D85-997F-B79B8956E88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AA98E1B-C815-49B7-A570-3B8FA9CADE1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CAC20EAB-CB0A-44D5-B246-13DC1EDF4A0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FBC4FDB2-A044-43AB-9C0A-A5ABAEC864FB}"/>
              </a:ext>
            </a:extLst>
          </p:cNvPr>
          <p:cNvPicPr>
            <a:picLocks noChangeAspect="1"/>
          </p:cNvPicPr>
          <p:nvPr/>
        </p:nvPicPr>
        <p:blipFill>
          <a:blip r:embed="Rc7ad83ded05140b2"/>
          <a:stretch/>
        </p:blipFill>
        <p:spPr>
          <a:xfrm>
            <a:off x="3048000" y="1428750"/>
            <a:ext cx="8667750" cy="4333875"/>
          </a:xfrm>
          <a:prstGeom prst="rect">
            <a:avLst/>
          </a:prstGeom>
        </p:spPr>
      </p:pic>
      <p:sp>
        <p:nvSpPr>
          <p:cNvPr id="10" name="">
            <a:extLst>
              <a:ext uri="{FF2B5EF4-FFF2-40B4-BE49-F238E27FC236}">
                <ns2:creationId id="{B4C28554-DD19-42DB-BA6C-7D2C01C0473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FCEF12ED-2221-4DE7-8DF4-DE0B25495CF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1A2933D6-8734-4165-899D-A3BAD4AA17F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1EFE602F-F07B-4C48-AC95-3187CABA110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7D9B3336-F5EA-4AC4-AB4E-19EDC7217F9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263612533"/>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445AB4B-3DB4-4DBE-A289-E5A1AADBFFF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2F86F7A-7722-49AC-AAD7-F60F6FE259E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9DB09B48-6930-4375-B066-55F6023704A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CD9CD6C5-7A3B-4602-97A7-45FB3D6EEDC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9006D11-019E-4B59-B2BF-2E122EF1001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594D2DB1-CC67-4447-AD62-BA8CACA5234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B609115-7C80-4BCA-994D-DB0CB5F5D92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31BF8593-CE11-48DD-AD48-02B1EA68B70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F00FBB94-1189-45AA-AE37-987A5E011948}"/>
              </a:ext>
            </a:extLst>
          </p:cNvPr>
          <p:cNvPicPr>
            <a:picLocks noChangeAspect="1"/>
          </p:cNvPicPr>
          <p:nvPr/>
        </p:nvPicPr>
        <p:blipFill>
          <a:blip r:embed="Ra5166a7dd5824fe5"/>
          <a:stretch/>
        </p:blipFill>
        <p:spPr>
          <a:xfrm>
            <a:off x="3048000" y="1428750"/>
            <a:ext cx="8667750" cy="4333875"/>
          </a:xfrm>
          <a:prstGeom prst="rect">
            <a:avLst/>
          </a:prstGeom>
        </p:spPr>
      </p:pic>
      <p:sp>
        <p:nvSpPr>
          <p:cNvPr id="10" name="">
            <a:extLst>
              <a:ext uri="{FF2B5EF4-FFF2-40B4-BE49-F238E27FC236}">
                <ns2:creationId id="{A9015F51-D3BD-402B-BDCF-CCDC7864A4C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5E78DD9C-CB35-43DE-A9A8-1B180AB4B6F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2F82CCD0-E147-4F6D-83CC-D2BD1F7B465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36715C28-BCA7-4497-8411-AF435EF0E5E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8A5D7145-2688-4D76-BCD5-B6ED191CAF3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749918381"/>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2F66258-F743-4060-A44F-4CD45C84703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15994B5-B008-4561-BD82-4025390A8F3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B30C7807-2586-4340-B601-B666B0E5573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4EBEB158-AD71-4298-822B-190960E9F50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DF7E112-FBFD-4116-8B64-2B7B5DB3124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75D8A083-39A1-4A5D-9F37-0221693597A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E6C070D-1E83-42AC-A80A-C3F2689F508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2155D2AA-AFB9-4BC9-8673-C8A41F965D1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75AC431C-3CFC-4E2E-90BE-AB199721994E}"/>
              </a:ext>
            </a:extLst>
          </p:cNvPr>
          <p:cNvPicPr>
            <a:picLocks noChangeAspect="1"/>
          </p:cNvPicPr>
          <p:nvPr/>
        </p:nvPicPr>
        <p:blipFill>
          <a:blip r:embed="R1869fde59f4d4619"/>
          <a:stretch/>
        </p:blipFill>
        <p:spPr>
          <a:xfrm>
            <a:off x="3048000" y="1428750"/>
            <a:ext cx="8667750" cy="4333875"/>
          </a:xfrm>
          <a:prstGeom prst="rect">
            <a:avLst/>
          </a:prstGeom>
        </p:spPr>
      </p:pic>
      <p:sp>
        <p:nvSpPr>
          <p:cNvPr id="10" name="">
            <a:extLst>
              <a:ext uri="{FF2B5EF4-FFF2-40B4-BE49-F238E27FC236}">
                <ns2:creationId id="{2E9363DE-4759-446E-8327-C451677F55D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8003F0F0-C75D-499A-8A74-33D4230A382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FA1C10E3-4DB1-4B7D-80E4-9F35D5A2B29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0F0E40C1-EB48-41A5-8BD4-4D019BF7EDB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6AB8A8BB-FEA1-492B-8DFB-B555B350890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913881386"/>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2DB6975-A67C-4243-B522-90464DA767E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68A3A61-DC61-4805-950C-8670988DE5A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753D77F2-680B-4A81-8970-57F88BCA9DE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BF7E3A9F-F470-486D-A469-2C3D0CB3013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32D030B-5843-4E17-BA9E-B4B85738993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E747EDA9-0C07-473C-BF27-56CDE8AE8DF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A4D8B8D-6317-4C25-AE77-24E3C086280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83A7D307-6651-41FE-8BA5-C768DCD42DA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1F9C9D78-0BED-4D38-8DD4-D9EBE1C410B0}"/>
              </a:ext>
            </a:extLst>
          </p:cNvPr>
          <p:cNvPicPr>
            <a:picLocks noChangeAspect="1"/>
          </p:cNvPicPr>
          <p:nvPr/>
        </p:nvPicPr>
        <p:blipFill>
          <a:blip r:embed="Rb83c7270282844dc"/>
          <a:stretch/>
        </p:blipFill>
        <p:spPr>
          <a:xfrm>
            <a:off x="3048000" y="1428750"/>
            <a:ext cx="8667750" cy="4333875"/>
          </a:xfrm>
          <a:prstGeom prst="rect">
            <a:avLst/>
          </a:prstGeom>
        </p:spPr>
      </p:pic>
      <p:sp>
        <p:nvSpPr>
          <p:cNvPr id="10" name="">
            <a:extLst>
              <a:ext uri="{FF2B5EF4-FFF2-40B4-BE49-F238E27FC236}">
                <ns2:creationId id="{222BF686-33CB-45D0-BBDF-013A95668CE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EA8E25A3-8647-4B3F-A6B7-D7FCE7EDD78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F3F1FC28-EB65-4768-858B-E263BE0C5BC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E9AB05D6-7899-45C3-848F-D66BE37D6D0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55F1BD45-FB65-4B95-832F-3180E7177BD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508862217"/>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76B0B9F5-81E2-41D6-B5E0-31BE051A3A3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6425033-F1C3-4351-85F6-95159C00096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67A4F0EB-AA23-46CB-B7B9-D5AC39449FA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19D27FF0-1641-4888-8C29-E8B71D21700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09ADF90-AD55-4A0C-B285-3B6130CEA92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1DED47ED-1EEA-4767-9A83-66ABA5C402C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CF33C4C-D92B-4954-B288-2E8CFA9FEDF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7AB4FE4E-E71B-4E13-8F98-306146AA598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8BC6D12A-6ABF-4225-BB9F-F11B5F3F745F}"/>
              </a:ext>
            </a:extLst>
          </p:cNvPr>
          <p:cNvPicPr>
            <a:picLocks noChangeAspect="1"/>
          </p:cNvPicPr>
          <p:nvPr/>
        </p:nvPicPr>
        <p:blipFill>
          <a:blip r:embed="Ree4f582487a54926"/>
          <a:stretch/>
        </p:blipFill>
        <p:spPr>
          <a:xfrm>
            <a:off x="4445728" y="1428750"/>
            <a:ext cx="5872294" cy="4333875"/>
          </a:xfrm>
          <a:prstGeom prst="rect">
            <a:avLst/>
          </a:prstGeom>
        </p:spPr>
      </p:pic>
      <p:sp>
        <p:nvSpPr>
          <p:cNvPr id="10" name="">
            <a:extLst>
              <a:ext uri="{FF2B5EF4-FFF2-40B4-BE49-F238E27FC236}">
                <ns2:creationId id="{A84B1FA8-CA9C-49BF-AC37-71CD58DEDB7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07729934-D935-4EF0-9FA5-14EBEF31C16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CBC49DCD-A9B3-44D1-A061-30A01A3B5E0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1175316187"/>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3617397F-C724-4364-BA7A-39CAFFA2482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0006578-4813-4D90-8B08-5D885AEC476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5300E661-0403-427C-ABB4-7C9FD0DC63E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4E22C184-6A70-4E27-A043-308D2E332B8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4B204D9-AA37-4D17-AD9E-0ACE040A3F3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DC9A81AE-7070-4D79-9DC9-ED964663457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A9D8539-CB24-4D6A-905E-B49E9375C41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F02CA5A4-7A61-4C14-B200-35FEC9C0D64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12462986-705E-4C59-B26F-DC3F1395E2E7}"/>
              </a:ext>
            </a:extLst>
          </p:cNvPr>
          <p:cNvPicPr>
            <a:picLocks noChangeAspect="1"/>
          </p:cNvPicPr>
          <p:nvPr/>
        </p:nvPicPr>
        <p:blipFill>
          <a:blip r:embed="R2f929258ce35464c"/>
          <a:stretch/>
        </p:blipFill>
        <p:spPr>
          <a:xfrm>
            <a:off x="4095524" y="1428750"/>
            <a:ext cx="6572701" cy="4333875"/>
          </a:xfrm>
          <a:prstGeom prst="rect">
            <a:avLst/>
          </a:prstGeom>
        </p:spPr>
      </p:pic>
      <p:sp>
        <p:nvSpPr>
          <p:cNvPr id="10" name="">
            <a:extLst>
              <a:ext uri="{FF2B5EF4-FFF2-40B4-BE49-F238E27FC236}">
                <ns2:creationId id="{D014F95E-1AC6-408D-B216-56C986C6127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1292709A-8D47-4587-AA1A-D6436D68FA1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24F5DA7E-249E-4B2B-A790-1AF0AD0E40D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1323578412"/>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160A6B9-AB7C-459F-9251-A194CAE5742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99485B6-8C8B-4259-85E9-28C82DD1DB4B}"/>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45FE4779-AD70-4C0A-A662-B55D529EAC9F}"/>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9175E140-4AE8-4E71-87CF-0E758589201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1C0F7C83-3E68-4E95-A9A3-D6BD3347FE47}"/>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715D882D-D9E4-4186-915A-D1442E9E26A0}"/>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25A449C3-4AE9-47C9-9527-9CF2F943B8EB}"/>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A7294452-7F51-4679-B27F-1180FE1777D8}"/>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C1D76F3E-0BE1-4F09-B2CF-A93418FF3B2A}"/>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334FDF1F-D8DA-4223-B688-242DADCFAA3E}"/>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7C82868D-CDBB-4B6B-9FA6-5DF76AC2AC18}"/>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99F46E5B-A89F-4DC0-9FC8-16D6FC9BE938}"/>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F6B12C5A-4462-4286-952B-09B2E7D11B5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1509802145"/>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23A0373-13D5-4755-B8DC-A3862C3841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452E2E2-BFB0-4ABD-BD75-48B1F43A474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4DD82ED-CDD7-4ED6-922C-B6E3015F1EA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70467E5A-4287-48B2-9FEF-FAED6F39B6C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8D746E2-2F26-49B4-9007-5AE649A19E9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69CCDBDD-DEA8-4875-985E-552A67AB51D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C792B5B-DB65-4C10-BE3D-505E9706DCC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487CF82D-70E0-496F-8AFD-17EE5EAC512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04B61E05-BE01-49D0-B696-49E1FB3EE3AD}"/>
              </a:ext>
            </a:extLst>
          </p:cNvPr>
          <p:cNvPicPr>
            <a:picLocks noChangeAspect="1"/>
          </p:cNvPicPr>
          <p:nvPr/>
        </p:nvPicPr>
        <p:blipFill>
          <a:blip r:embed="R91a1e5aedec04875"/>
          <a:stretch/>
        </p:blipFill>
        <p:spPr>
          <a:xfrm>
            <a:off x="3048000" y="1428750"/>
            <a:ext cx="8667750" cy="4333875"/>
          </a:xfrm>
          <a:prstGeom prst="rect">
            <a:avLst/>
          </a:prstGeom>
        </p:spPr>
      </p:pic>
      <p:sp>
        <p:nvSpPr>
          <p:cNvPr id="10" name="">
            <a:extLst>
              <a:ext uri="{FF2B5EF4-FFF2-40B4-BE49-F238E27FC236}">
                <ns2:creationId id="{DAC1138A-1068-4514-919A-BD4C1DA3AE9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6F2C7185-4C6F-40F8-8D62-9AA99C9ED98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0849EB02-33B0-48B2-9429-7251603241C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C12630F2-84C1-4729-8DA9-26301B0149F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1428673923"/>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A271BF9-0C74-4D30-BF3E-B1D7A54C09C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9837A3E-3DAC-477D-8634-EF4A7C19102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7381A1B-7D4D-49D3-9B8B-2B11426B12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83286DD7-FE2C-4031-BA5C-53A3794508D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23A2029-399F-4D56-A7A2-F3826EE69E9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C363863E-BBEB-4168-BF20-54FD6020921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CAC35CF-E67C-4614-B425-8E6DF26B922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D3F762AF-9565-4286-B933-60E671CE2CD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E8BFD195-6BF5-47A1-B1F2-66C10DF92FCD}"/>
              </a:ext>
            </a:extLst>
          </p:cNvPr>
          <p:cNvPicPr>
            <a:picLocks noChangeAspect="1"/>
          </p:cNvPicPr>
          <p:nvPr/>
        </p:nvPicPr>
        <p:blipFill>
          <a:blip r:embed="Rc925e565b4b84d94"/>
          <a:stretch/>
        </p:blipFill>
        <p:spPr>
          <a:xfrm>
            <a:off x="3667125" y="1428750"/>
            <a:ext cx="7429500" cy="4333875"/>
          </a:xfrm>
          <a:prstGeom prst="rect">
            <a:avLst/>
          </a:prstGeom>
        </p:spPr>
      </p:pic>
      <p:sp>
        <p:nvSpPr>
          <p:cNvPr id="10" name="">
            <a:extLst>
              <a:ext uri="{FF2B5EF4-FFF2-40B4-BE49-F238E27FC236}">
                <ns2:creationId id="{6C55B813-FC24-4DE5-A4F4-F651256D655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DFEBCEE6-FEF1-421A-A0E6-44E4DD68EBF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DC6EE212-A90A-40E2-AB13-E83546552BAA}"/>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D3C724A4-EF12-425B-842F-99F5EBA9BFD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1810170573"/>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367C0F1-B6B2-4F4F-9ADF-B08B12C3F4D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56E5AF5-D66C-4035-8F0E-BEC1964B50E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DB9DB18-15CB-4233-92DB-0E224CD289E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79D88EAE-0FB6-4E4E-A962-DBCAE797EBB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20034FC-F5F7-47D7-9ACB-2ED304641F5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6439A92D-F29D-4673-9DE3-55353A83D9B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CEA0C3E-96AB-4AE8-800F-4BC7AEBCF45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EE00621C-303D-4D8D-B9B4-4BD1712A8B7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BC75917F-7F5F-40C7-92AE-EF3B1E099939}"/>
              </a:ext>
            </a:extLst>
          </p:cNvPr>
          <p:cNvPicPr>
            <a:picLocks noChangeAspect="1"/>
          </p:cNvPicPr>
          <p:nvPr/>
        </p:nvPicPr>
        <p:blipFill>
          <a:blip r:embed="Re13bd96a1bee4d7c"/>
          <a:stretch/>
        </p:blipFill>
        <p:spPr>
          <a:xfrm>
            <a:off x="3048000" y="1428750"/>
            <a:ext cx="8667750" cy="4333875"/>
          </a:xfrm>
          <a:prstGeom prst="rect">
            <a:avLst/>
          </a:prstGeom>
        </p:spPr>
      </p:pic>
      <p:sp>
        <p:nvSpPr>
          <p:cNvPr id="10" name="">
            <a:extLst>
              <a:ext uri="{FF2B5EF4-FFF2-40B4-BE49-F238E27FC236}">
                <ns2:creationId id="{C04BDECC-79CB-4610-BB64-533416BAF40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907C4F39-40C3-4D77-A281-A13355189AD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A5BCE93A-E40B-40F9-AA87-7182632CF47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22646889-DD5B-4CFE-AE9A-05DBFFD6BEA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C1AF4980-A9AB-48B2-8E0E-2D8DB26DC13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971857677"/>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7DB8914-54DD-4FB4-A4FB-FB5245B85F6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7363E5-331E-4540-AD0F-B77B88C43E3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A74C85C-3413-45BF-892F-0857B2C73CD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5162DA8B-7016-4AE2-9BE9-2E385DF0D0D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781CFDC-3464-4E7F-8E01-49A17191AD1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B5431235-23DC-431F-B180-3A0A5583688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3C782E6-7BFF-4F8E-8F2E-01C376AF423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0BC87276-5DC3-4313-86EB-0FA17B8C107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1DF0ADFD-23AD-4180-B14F-9A85650792C8}"/>
              </a:ext>
            </a:extLst>
          </p:cNvPr>
          <p:cNvPicPr>
            <a:picLocks noChangeAspect="1"/>
          </p:cNvPicPr>
          <p:nvPr/>
        </p:nvPicPr>
        <p:blipFill>
          <a:blip r:embed="Rb76b2f7bc468425b"/>
          <a:stretch/>
        </p:blipFill>
        <p:spPr>
          <a:xfrm>
            <a:off x="4262035" y="1428750"/>
            <a:ext cx="6239680" cy="4333875"/>
          </a:xfrm>
          <a:prstGeom prst="rect">
            <a:avLst/>
          </a:prstGeom>
        </p:spPr>
      </p:pic>
      <p:sp>
        <p:nvSpPr>
          <p:cNvPr id="10" name="">
            <a:extLst>
              <a:ext uri="{FF2B5EF4-FFF2-40B4-BE49-F238E27FC236}">
                <ns2:creationId id="{D963A43D-F386-4379-B6BE-7E8FCE2A497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D677CBC2-B346-4254-AAE3-6E1159BA230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1210E543-8054-488C-9900-2D5697B243C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DFB6FD7B-6F07-49C5-AF70-43CDCCEA7E1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5A446D3B-3FF6-4E2E-B3FE-5120162170B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1544514331"/>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79AB463-47A8-4CED-AC34-99707EB2D18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C039AD1-9DFE-407B-A9D7-AB2D03FD3D4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412D807-08E5-4E59-9EC5-18706319C0E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3C5FC044-20BA-44F4-A91B-2884804C4C4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A7F432D-4AF1-42CC-800F-FED59AEEEF5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B1A56F95-662D-4D97-B261-AB031E0309F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722BB90-CAF5-410E-9F73-BD20ED1F808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939E2B95-C24C-44FE-9D06-DE1598100FE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20CA44E9-8718-4BD1-8842-7DE38D0EF2CF}"/>
              </a:ext>
            </a:extLst>
          </p:cNvPr>
          <p:cNvPicPr>
            <a:picLocks noChangeAspect="1"/>
          </p:cNvPicPr>
          <p:nvPr/>
        </p:nvPicPr>
        <p:blipFill>
          <a:blip r:embed="R8f6bda6f95064e31"/>
          <a:stretch/>
        </p:blipFill>
        <p:spPr>
          <a:xfrm>
            <a:off x="4262035" y="1428750"/>
            <a:ext cx="6239680" cy="4333875"/>
          </a:xfrm>
          <a:prstGeom prst="rect">
            <a:avLst/>
          </a:prstGeom>
        </p:spPr>
      </p:pic>
      <p:sp>
        <p:nvSpPr>
          <p:cNvPr id="10" name="">
            <a:extLst>
              <a:ext uri="{FF2B5EF4-FFF2-40B4-BE49-F238E27FC236}">
                <ns2:creationId id="{32F3BEA7-873C-44BE-A3EC-4890DF58D4B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6C5A06F5-8C9B-44A2-93BD-230114A6CD8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7302D51A-681D-4D96-A7C0-D079B7B11552}"/>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EA64877D-93D3-4433-A09F-D829DFBAAA9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1357586025"/>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B2018A1-E5E8-4784-9AE1-0073FEC8004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B359EAA-53A9-4B3B-B565-2409C3F207D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11DDEEE-26A7-4781-930B-77AAE941D3D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8F6122EE-7776-4A03-992C-8C5B4B08888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F4F8A2A-4BD1-4DE1-924E-6F85F436C7C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C237DE7D-E398-45CF-9378-520C46BB88E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005BF14-162C-4BCA-B396-6DDC5DC3B13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4A75360A-8C7B-4F67-BB2C-E41C0401AE3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16C73404-07FE-41C3-8018-E75CFE052A5A}"/>
              </a:ext>
            </a:extLst>
          </p:cNvPr>
          <p:cNvPicPr>
            <a:picLocks noChangeAspect="1"/>
          </p:cNvPicPr>
          <p:nvPr/>
        </p:nvPicPr>
        <p:blipFill>
          <a:blip r:embed="Rce08292d9afc4707"/>
          <a:stretch/>
        </p:blipFill>
        <p:spPr>
          <a:xfrm>
            <a:off x="4262035" y="1428750"/>
            <a:ext cx="6239680" cy="4333875"/>
          </a:xfrm>
          <a:prstGeom prst="rect">
            <a:avLst/>
          </a:prstGeom>
        </p:spPr>
      </p:pic>
      <p:sp>
        <p:nvSpPr>
          <p:cNvPr id="10" name="">
            <a:extLst>
              <a:ext uri="{FF2B5EF4-FFF2-40B4-BE49-F238E27FC236}">
                <ns2:creationId id="{91CE4012-461B-4CF6-BF00-AABF5BD6645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4B38330C-A4FB-402F-A417-60D89E48766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BC7ECADA-1BAE-4091-990F-937DCAA1DFA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5831C684-378C-4B1A-B115-DE4942188B4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8E2D3A61-C6E8-4136-BCB3-4EE583DC376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1169429394"/>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18373FA-4A08-4567-A272-4686354EDDF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BED03B5-3A80-4A61-B614-1987ED306D8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79E0078-2181-4B55-A030-E3F0E862457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AB7AC846-72A9-468B-8D57-C424B174B4D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DDC30F6-618B-4DB7-A89C-BAC235ADC00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5290925D-5BA4-48E0-902C-B211F348C9A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5C334A0-014E-4692-BBFC-3A7725757AC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CC3C26E7-9AEE-48B7-A7EA-5022CAA06E0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hlinkClick action="ppaction://media"/>
            <a:extLst>
              <a:ext uri="{FF2B5EF4-FFF2-40B4-BE49-F238E27FC236}">
                <ns2:creationId id="{B8D21FB8-768C-4103-A9FA-9AAEFAC6B300}"/>
              </a:ext>
            </a:extLst>
          </p:cNvPr>
          <p:cNvPicPr>
            <a:picLocks noChangeAspect="1"/>
          </p:cNvPicPr>
          <p:nvPr>
            <a:videoFile r:link="rIdWorkshopVideo"/>
            <p:extLst>
              <p:ext uri="{DAA4B4D4-6D71-4841-9C94-3DE7FCFB9230}">
                <p14:media r:embed="rIdWorkshopMedia"/>
              </p:ext>
            </p:extLst>
          </p:nvPr>
        </p:nvPicPr>
        <p:blipFill>
          <a:blip r:embed="R2f011b1f33304602"/>
          <a:stretch/>
        </p:blipFill>
        <p:spPr>
          <a:xfrm>
            <a:off x="3724275" y="1428750"/>
            <a:ext cx="7315200" cy="4114800"/>
          </a:xfrm>
          <a:prstGeom prst="rect">
            <a:avLst/>
          </a:prstGeom>
        </p:spPr>
      </p:pic>
      <p:sp>
        <p:nvSpPr>
          <p:cNvPr id="10" name="">
            <a:extLst>
              <a:ext uri="{FF2B5EF4-FFF2-40B4-BE49-F238E27FC236}">
                <ns2:creationId id="{F48F911D-8465-45F5-A0B8-84ACC39DA4E7}"/>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6EAF8580-B68C-449F-8103-AE151BB46A9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D0C868E5-1C0C-4794-A36E-97C7D45A77E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E33D858A-25BC-401A-BFD9-2D8B055974F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62A96DAD-6DF9-4681-B64B-D0E5D7FAFD0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4090EAFA-92E0-4749-8AE2-C3BDA0C2065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125303519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758A2DC2-458B-43D2-B924-94D5158884E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AFA4D7-45CE-40CE-896D-9E89B823D7F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47AA0E2-11BA-4F9E-8175-6146B0CC6B6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0B5AF9B3-D4BA-4449-840C-CABCE2BA49F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F3BD488-C9E1-4952-8E5F-1DAD8441D3C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6A54B688-45C3-428F-806E-9103DA8C68C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586E3FE-BB39-4F31-95FF-80186033D85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00A8A284-70BA-47CA-8C00-388B45C142D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17EA360C-76CD-4C91-9580-D8547D9E637C}"/>
              </a:ext>
            </a:extLst>
          </p:cNvPr>
          <p:cNvPicPr>
            <a:picLocks noChangeAspect="1"/>
          </p:cNvPicPr>
          <p:nvPr/>
        </p:nvPicPr>
        <p:blipFill>
          <a:blip r:embed="R99cb977bce7c415a"/>
          <a:stretch/>
        </p:blipFill>
        <p:spPr>
          <a:xfrm>
            <a:off x="3048000" y="1428750"/>
            <a:ext cx="8667750" cy="4333875"/>
          </a:xfrm>
          <a:prstGeom prst="rect">
            <a:avLst/>
          </a:prstGeom>
        </p:spPr>
      </p:pic>
      <p:sp>
        <p:nvSpPr>
          <p:cNvPr id="10" name="">
            <a:extLst>
              <a:ext uri="{FF2B5EF4-FFF2-40B4-BE49-F238E27FC236}">
                <ns2:creationId id="{AC1CC7A4-5781-4D24-8A48-AFBF8442DB5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7FF7FF3C-41ED-43B5-A067-6F70B010D73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122A16FE-CDB9-4AF4-B7A2-DA7B40FF1D01}"/>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6E5F9D99-EC74-4296-8386-88E643814383}"/>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C175FA83-F2E9-41BF-B6CE-B2B7356133F5}"/>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A406F7FD-1E70-42EF-BD6F-A464A77B2BF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1622673118"/>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050487C-4796-4B07-9053-722EB341FB9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886F84C-401B-46A2-820A-B6FB0B38D02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11CC1B7-7137-488B-87B4-CC16FCADE8A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47F44360-E92E-4E31-BC07-3AFECA820EA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EE319C5-E1CC-4894-9BFF-B73F95F8A42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3BA0A636-BDFE-4B02-B944-96684E27B54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0C5FEA1-0F49-4838-921B-3CA576BAE71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92BE88DF-517C-4957-A626-00CF772054D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24B936E2-A0EA-457D-854B-5257795324DC}"/>
              </a:ext>
            </a:extLst>
          </p:cNvPr>
          <p:cNvPicPr>
            <a:picLocks noChangeAspect="1"/>
          </p:cNvPicPr>
          <p:nvPr/>
        </p:nvPicPr>
        <p:blipFill>
          <a:blip r:embed="R8dcaf7a86da0413c"/>
          <a:stretch/>
        </p:blipFill>
        <p:spPr>
          <a:xfrm>
            <a:off x="3357563" y="1428750"/>
            <a:ext cx="8048625" cy="4333875"/>
          </a:xfrm>
          <a:prstGeom prst="rect">
            <a:avLst/>
          </a:prstGeom>
        </p:spPr>
      </p:pic>
      <p:sp>
        <p:nvSpPr>
          <p:cNvPr id="10" name="">
            <a:extLst>
              <a:ext uri="{FF2B5EF4-FFF2-40B4-BE49-F238E27FC236}">
                <ns2:creationId id="{8ABEB402-0218-4D33-8813-0C1B51245DE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11D8EA24-F077-471C-B59F-DAA655AAA4A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779692C5-DF09-47DA-97DE-4053ADB47B4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7C00E930-7ED0-4B8E-8111-2C67C84A9A9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7301014C-6205-41EF-B22D-3CCCECBA468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1490835172"/>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2987D03-2652-462A-9B69-C0625B4EC38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C2392C9-F0EE-412E-BAB9-37205D0AD70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721A27E-14AA-402D-8FE3-24422E0B8B8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9F27E7B3-FCE2-4F89-8E33-308DB873838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3382290-47D8-45FB-A9AE-7CF691DB3C4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A4F7ACF0-08E4-418C-A781-7859841B4D1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9FE0761-B60C-44B1-AB8A-38CAD787F1D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7F92D189-14B1-425A-A804-9231B4EF7CE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6C8AF9A8-21B5-4FDD-9112-F4DB3645C776}"/>
              </a:ext>
            </a:extLst>
          </p:cNvPr>
          <p:cNvPicPr>
            <a:picLocks noChangeAspect="1"/>
          </p:cNvPicPr>
          <p:nvPr/>
        </p:nvPicPr>
        <p:blipFill>
          <a:blip r:embed="R5ce0a4bb8608427d"/>
          <a:stretch/>
        </p:blipFill>
        <p:spPr>
          <a:xfrm>
            <a:off x="3357563" y="1428750"/>
            <a:ext cx="8048625" cy="4333875"/>
          </a:xfrm>
          <a:prstGeom prst="rect">
            <a:avLst/>
          </a:prstGeom>
        </p:spPr>
      </p:pic>
      <p:sp>
        <p:nvSpPr>
          <p:cNvPr id="10" name="">
            <a:extLst>
              <a:ext uri="{FF2B5EF4-FFF2-40B4-BE49-F238E27FC236}">
                <ns2:creationId id="{0AFF5209-C53B-4430-9E5E-8FD504646DE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AE9E66CE-BE48-44EC-BDC7-38E8C8938D96}"/>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31445BF3-B1D6-4064-9CA9-8F728B7F78F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C345277A-E19E-4AC3-BC33-BC5ED51EBA2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FB34E131-ABDD-4218-A1F5-3B070C6F69D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2092152456"/>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8919827-532D-417D-A450-485CFFA5849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7B41F38-9160-409C-B986-FA15B5681B2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D88024A-EE5C-4F86-95C7-F6AE55AB6F1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C165E6A2-9F67-4141-AA3A-D6294A9C71F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ABE02BE-00AD-40B0-BD01-E5D97CE43D1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0B4EA6DB-C175-4380-8BC8-02D1F54744E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15AE5E3-CD3F-4518-9FE7-43BB1FA28AD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F3668D2E-8E90-4259-9306-149C2B2C1F9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a:hlinkClick action="ppaction://media"/>
            <a:extLst>
              <a:ext uri="{FF2B5EF4-FFF2-40B4-BE49-F238E27FC236}">
                <ns2:creationId id="{526AE749-7C2B-48ED-8FBE-1F83C45B36B6}"/>
              </a:ext>
            </a:extLst>
          </p:cNvPr>
          <p:cNvPicPr>
            <a:picLocks noChangeAspect="1"/>
          </p:cNvPicPr>
          <p:nvPr>
            <a:videoFile r:link="rIdWorkshopVideo"/>
            <p:extLst>
              <p:ext uri="{DAA4B4D4-6D71-4841-9C94-3DE7FCFB9230}">
                <p14:media r:embed="rIdWorkshopMedia"/>
              </p:ext>
            </p:extLst>
          </p:nvPr>
        </p:nvPicPr>
        <p:blipFill>
          <a:blip r:embed="R80645b4e16254407"/>
          <a:stretch/>
        </p:blipFill>
        <p:spPr>
          <a:xfrm>
            <a:off x="3724275" y="1428750"/>
            <a:ext cx="7315200" cy="4114800"/>
          </a:xfrm>
          <a:prstGeom prst="rect">
            <a:avLst/>
          </a:prstGeom>
        </p:spPr>
      </p:pic>
      <p:sp>
        <p:nvSpPr>
          <p:cNvPr id="10" name="">
            <a:extLst>
              <a:ext uri="{FF2B5EF4-FFF2-40B4-BE49-F238E27FC236}">
                <ns2:creationId id="{3FC31EC6-5FC5-4D40-A616-D95CC239C6C3}"/>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67B02C97-2A7B-46DA-9322-B7701ACA99C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723F269B-E277-4435-98FE-80201EC3ACC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131B98C0-B50E-4565-A727-76214C0DD98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0F12FFBF-4F67-41BD-8CF2-E9FAA193CDC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571C45AF-A4F7-40D3-91E5-28791F41334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194470059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9646444-3EA8-4C0F-9566-B488179CC50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C40AFE3-E6D7-4C2F-AFF2-E3022DF7F0A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598D9CB-6DC3-4BC6-B812-91788FA3494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ECDDBCB8-B116-4D3D-BA65-8F1CBDC095D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DC9CE89-B498-4506-82F7-E1D15FC01E4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6BDC0FBB-6902-497B-A60E-4659FF85974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83523A2-3FB5-4ABA-9415-B03F7D1C087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55866D98-D412-4229-8E18-CE575CA1D3B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hlinkClick action="ppaction://media"/>
            <a:extLst>
              <a:ext uri="{FF2B5EF4-FFF2-40B4-BE49-F238E27FC236}">
                <ns2:creationId id="{DFD0C384-8EB3-45CD-9BE7-6CDAAE2987B4}"/>
              </a:ext>
            </a:extLst>
          </p:cNvPr>
          <p:cNvPicPr>
            <a:picLocks noChangeAspect="1"/>
          </p:cNvPicPr>
          <p:nvPr>
            <a:videoFile r:link="rIdWorkshopVideo"/>
            <p:extLst>
              <p:ext uri="{DAA4B4D4-6D71-4841-9C94-3DE7FCFB9230}">
                <p14:media r:embed="rIdWorkshopMedia"/>
              </p:ext>
            </p:extLst>
          </p:nvPr>
        </p:nvPicPr>
        <p:blipFill>
          <a:blip r:embed="Rd55bfa9d13904a26"/>
          <a:stretch/>
        </p:blipFill>
        <p:spPr>
          <a:xfrm>
            <a:off x="3724275" y="1428750"/>
            <a:ext cx="7315200" cy="4114800"/>
          </a:xfrm>
          <a:prstGeom prst="rect">
            <a:avLst/>
          </a:prstGeom>
        </p:spPr>
      </p:pic>
      <p:sp>
        <p:nvSpPr>
          <p:cNvPr id="10" name="">
            <a:extLst>
              <a:ext uri="{FF2B5EF4-FFF2-40B4-BE49-F238E27FC236}">
                <ns2:creationId id="{29CA679E-051C-4187-841D-B9CC2FAFFF5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F63D0E9-FC2B-4DC4-A5EC-4E6FD80A73F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E704E1AF-5867-44D1-91D9-3E3E408162B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EAD5C962-8D85-425A-8062-7ADF60870E1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ACAB9B0A-CB62-44C2-9EE8-781BFC17DD5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208200624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87EADB62-990E-4A4C-AEBD-76C3447A718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9BB0F52-9080-4A1F-8B2C-3A470F7721B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2CC58CC-DD60-4BD2-ABDB-3DB23E652AF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D81AAE77-B7F2-4E63-86D2-979D93F84D6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F6D0D6D-7453-4A82-8C9E-91639AF8CBF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E75C1AE9-F5C5-44DE-A990-66127AFD8E9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81A7B3B-E8F3-4F27-87A6-89FC0EE260D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6DE1FD27-1CF4-4CF6-8953-4B264257E5F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12D80D80-0ADD-46D4-92E9-E9B3A22D419A}"/>
              </a:ext>
            </a:extLst>
          </p:cNvPr>
          <p:cNvPicPr>
            <a:picLocks noChangeAspect="1"/>
          </p:cNvPicPr>
          <p:nvPr/>
        </p:nvPicPr>
        <p:blipFill>
          <a:blip r:embed="Rfef4ddd2d29f41f4"/>
          <a:stretch/>
        </p:blipFill>
        <p:spPr>
          <a:xfrm>
            <a:off x="3806428" y="1428750"/>
            <a:ext cx="7150894" cy="4333875"/>
          </a:xfrm>
          <a:prstGeom prst="rect">
            <a:avLst/>
          </a:prstGeom>
        </p:spPr>
      </p:pic>
      <p:sp>
        <p:nvSpPr>
          <p:cNvPr id="10" name="">
            <a:extLst>
              <a:ext uri="{FF2B5EF4-FFF2-40B4-BE49-F238E27FC236}">
                <ns2:creationId id="{3E3B386C-D489-443C-A206-1C0469671CC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B629E9FC-E654-49E7-A96F-CEC2E60881E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A806E4CD-C414-4399-88D2-CB13CF9FBFEF}"/>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6C65318C-7089-4FBD-9E61-FE1CF18EDCD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404796719"/>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04D1750-C630-4B91-92F1-A7A8C8BE157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DAF3823-6E4E-49B9-AD5E-72B5FC2B9FE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2AD6D5F-023D-4E9D-AF22-224C2378A2D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C32C1478-534C-4370-8D60-2E5270F2481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AF84C5E-759B-46DD-BE77-439112FDC6F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CCCD7BCB-BE2F-4509-96FA-62D5A9CCE21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315610A-57B7-49E6-81A9-7D821086E1E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141BD378-9FAA-4B1A-9690-F8205CD5D00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2031C13B-B51D-4B7E-9790-D28E8F3A594C}"/>
              </a:ext>
            </a:extLst>
          </p:cNvPr>
          <p:cNvPicPr>
            <a:picLocks noChangeAspect="1"/>
          </p:cNvPicPr>
          <p:nvPr/>
        </p:nvPicPr>
        <p:blipFill>
          <a:blip r:embed="R73bd82d168354619"/>
          <a:stretch/>
        </p:blipFill>
        <p:spPr>
          <a:xfrm>
            <a:off x="5343523" y="1428750"/>
            <a:ext cx="4076703" cy="4333875"/>
          </a:xfrm>
          <a:prstGeom prst="rect">
            <a:avLst/>
          </a:prstGeom>
        </p:spPr>
      </p:pic>
      <p:sp>
        <p:nvSpPr>
          <p:cNvPr id="10" name="">
            <a:extLst>
              <a:ext uri="{FF2B5EF4-FFF2-40B4-BE49-F238E27FC236}">
                <ns2:creationId id="{34C35D50-3898-43F6-A228-5F13644BE58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6ADDE018-F149-4714-B939-BA7A37A32DB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DE40E64A-9FDD-410A-8102-C6DF951E99B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AA74520B-2BD0-4B71-BBB0-28F8DB295EE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FF7930AB-BB00-449B-A0F0-F62CE40B0C0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1150878272"/>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B2838F5-3179-4B30-9270-C99CB3955F8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887884E-A2FF-4226-8E95-F2683A808C2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0DFC026-8E9F-4C93-A3AF-9161BADA395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5D6A380C-290F-4DC0-A564-F819B58458B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E97D75C-B848-4260-8C7B-F22BF814F7E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25997509-F3A7-40ED-815E-CCF81163893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D0B806F-B1C3-4F3B-847A-501DA2DD164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2C6E713F-F938-46C1-93A0-9BECDC304C2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006C048C-8F76-4AEC-8ECC-9881FE685E43}"/>
              </a:ext>
            </a:extLst>
          </p:cNvPr>
          <p:cNvPicPr>
            <a:picLocks noChangeAspect="1"/>
          </p:cNvPicPr>
          <p:nvPr/>
        </p:nvPicPr>
        <p:blipFill>
          <a:blip r:embed="Ra179079a17ea49fc"/>
          <a:stretch/>
        </p:blipFill>
        <p:spPr>
          <a:xfrm>
            <a:off x="3638983" y="1428750"/>
            <a:ext cx="7485784" cy="4333875"/>
          </a:xfrm>
          <a:prstGeom prst="rect">
            <a:avLst/>
          </a:prstGeom>
        </p:spPr>
      </p:pic>
      <p:sp>
        <p:nvSpPr>
          <p:cNvPr id="10" name="">
            <a:extLst>
              <a:ext uri="{FF2B5EF4-FFF2-40B4-BE49-F238E27FC236}">
                <ns2:creationId id="{EDC54B51-9747-4148-B09C-4B0F2448F3C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9B04EDE7-2900-4CF0-82D0-9F5963CFB7C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66D2DE4D-BEA7-405F-A454-77BCEB4B060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97C81CAE-81CC-4650-973F-C14DFF840B9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F5B2C52D-C9BE-4FDB-B244-3F4B691A92C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29327546"/>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BB1638E-166E-43D3-9FA3-2FDB8FF001A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4942319-136E-40E6-8C73-5B735C08326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79AD16F-B670-4ABD-929B-060582CA633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D33D0BFC-025C-4D40-A0C8-11CDE7ECA0C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D506663-6938-4A1A-A5C7-3E84F6EE545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F3D41906-DC2D-4AF8-BB64-21BC96B30C3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50731E9-D3BB-4C47-9E67-CDE2DAB01DC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3B900676-A49E-4501-A5D0-F43A97F63B5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FC36528F-1B92-4BA2-A2EF-3BB21D2FEA70}"/>
              </a:ext>
            </a:extLst>
          </p:cNvPr>
          <p:cNvPicPr>
            <a:picLocks noChangeAspect="1"/>
          </p:cNvPicPr>
          <p:nvPr/>
        </p:nvPicPr>
        <p:blipFill>
          <a:blip r:embed="Rdca163397c774699"/>
          <a:stretch/>
        </p:blipFill>
        <p:spPr>
          <a:xfrm>
            <a:off x="2952750" y="2013341"/>
            <a:ext cx="8858250" cy="3164693"/>
          </a:xfrm>
          <a:prstGeom prst="rect">
            <a:avLst/>
          </a:prstGeom>
        </p:spPr>
      </p:pic>
      <p:sp>
        <p:nvSpPr>
          <p:cNvPr id="10" name="">
            <a:extLst>
              <a:ext uri="{FF2B5EF4-FFF2-40B4-BE49-F238E27FC236}">
                <ns2:creationId id="{5C8FAC8F-8C75-438F-9406-AD2459673CF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10340D27-E72A-4EFA-A8FE-F0414AED873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80D85173-4B90-4E17-9479-2DF6F2DCD81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7625F830-747F-4874-923F-E076D24F554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89C967D7-1A63-45DA-81C3-1F60C2704A7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1899459175"/>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8E09560-BD08-47C7-9326-6255832CD47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B830036-C7CF-42F3-84F4-5F5F212FFE8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0925192-818B-4ACC-B8DC-572A83320C2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BFC01A99-79EC-4824-A184-E622CDE60C8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34AF01D-EEF7-4AC3-81D6-F1031AD7688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DBA80732-8947-4BDE-B35C-CC0FF8B3542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D3A5197-2F05-41BC-93C0-D09BC2F6B6E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9C0969FA-868A-4CCE-AA56-2BAEDEA60C5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hlinkClick action="ppaction://media"/>
            <a:extLst>
              <a:ext uri="{FF2B5EF4-FFF2-40B4-BE49-F238E27FC236}">
                <ns2:creationId id="{A4580288-02F4-4948-BD53-0C61DB7323F4}"/>
              </a:ext>
            </a:extLst>
          </p:cNvPr>
          <p:cNvPicPr>
            <a:picLocks noChangeAspect="1"/>
          </p:cNvPicPr>
          <p:nvPr>
            <a:videoFile r:link="rIdWorkshopVideo"/>
            <p:extLst>
              <p:ext uri="{DAA4B4D4-6D71-4841-9C94-3DE7FCFB9230}">
                <p14:media r:embed="rIdWorkshopMedia"/>
              </p:ext>
            </p:extLst>
          </p:nvPr>
        </p:nvPicPr>
        <p:blipFill>
          <a:blip r:embed="Rb6799408260b4543"/>
          <a:stretch/>
        </p:blipFill>
        <p:spPr>
          <a:xfrm>
            <a:off x="3724275" y="1428750"/>
            <a:ext cx="7315200" cy="4114800"/>
          </a:xfrm>
          <a:prstGeom prst="rect">
            <a:avLst/>
          </a:prstGeom>
        </p:spPr>
      </p:pic>
      <p:sp>
        <p:nvSpPr>
          <p:cNvPr id="10" name="">
            <a:extLst>
              <a:ext uri="{FF2B5EF4-FFF2-40B4-BE49-F238E27FC236}">
                <ns2:creationId id="{224A542A-F6CE-4679-A5BB-7D2A6F07DE47}"/>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C05E2788-79BF-4E95-AB09-300FF0F89FA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F2E0F8DB-CA37-46B5-9E25-6DEAEEDE992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A9D00CD9-45B4-4AA0-B32F-1FD6780D2B0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EE89C6A7-40C3-4591-924A-EE8FA87BD57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861FD7A7-B41A-43C7-91B9-63901CCDD3A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52444719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3757C1D-77BF-4108-B549-0E3BA480A55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551C3E-C0CC-40C8-9430-AEAB1E9D0D2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5680543-E307-46B3-9448-29AB8D1B0DB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B7CF4059-1B9D-4BF2-AAFB-7E3BC04E12A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5943ECA-7193-43D2-BD57-96E0AC11B50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757076A0-FF33-4819-8158-D3483AF1721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6BC0AD7-BD70-4583-80EC-8C7DCCD1ADF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2E48D7B2-F97E-4308-A5CC-4194929173F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75C8A71F-4AF9-451B-A067-8922D15BE337}"/>
              </a:ext>
            </a:extLst>
          </p:cNvPr>
          <p:cNvPicPr>
            <a:picLocks noChangeAspect="1"/>
          </p:cNvPicPr>
          <p:nvPr/>
        </p:nvPicPr>
        <p:blipFill>
          <a:blip r:embed="R8d6dd4db00ea484f"/>
          <a:stretch/>
        </p:blipFill>
        <p:spPr>
          <a:xfrm>
            <a:off x="3455394" y="1428750"/>
            <a:ext cx="7852962" cy="4333875"/>
          </a:xfrm>
          <a:prstGeom prst="rect">
            <a:avLst/>
          </a:prstGeom>
        </p:spPr>
      </p:pic>
      <p:sp>
        <p:nvSpPr>
          <p:cNvPr id="10" name="">
            <a:extLst>
              <a:ext uri="{FF2B5EF4-FFF2-40B4-BE49-F238E27FC236}">
                <ns2:creationId id="{9D0E0B3A-B613-4A60-908A-C9EC616E882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15B62455-C7F4-4EBB-AEBB-216F5F54AAF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C83C7E54-0297-4F3D-8219-0868EC361BF9}"/>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46FD99E6-4476-4BCB-B1F3-760008B8A21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39031512"/>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6F9E472-2063-48C7-89C5-AB1EC5CB8B4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7AA7BC7-C419-4CAF-88F1-9CD71A2375E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8DF4130-C3F0-4695-B40E-9C27D4C384C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059C47C4-5608-4B64-9369-B9C3F2CE793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F64378C-79F9-415C-AB11-527B75ACDF9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63539FBF-BC70-4D15-9E9A-A3C41F08D8D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33A346A-CE3F-4A64-BC30-E3F5510CC1A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3FECB4B2-C317-4CF5-9FD6-C4F2DD9DE94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01F0154C-9FEC-41FE-93EF-B573A0087A17}"/>
              </a:ext>
            </a:extLst>
          </p:cNvPr>
          <p:cNvPicPr>
            <a:picLocks noChangeAspect="1"/>
          </p:cNvPicPr>
          <p:nvPr/>
        </p:nvPicPr>
        <p:blipFill>
          <a:blip r:embed="R025a20af5ad84df2"/>
          <a:stretch/>
        </p:blipFill>
        <p:spPr>
          <a:xfrm>
            <a:off x="2952750" y="2142905"/>
            <a:ext cx="8858250" cy="2905566"/>
          </a:xfrm>
          <a:prstGeom prst="rect">
            <a:avLst/>
          </a:prstGeom>
        </p:spPr>
      </p:pic>
      <p:sp>
        <p:nvSpPr>
          <p:cNvPr id="10" name="">
            <a:extLst>
              <a:ext uri="{FF2B5EF4-FFF2-40B4-BE49-F238E27FC236}">
                <ns2:creationId id="{EF844FBB-9127-43A7-B70C-DAF719938A9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CF8AB811-8D23-4A15-8A08-862A192A909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278379F3-DE8C-4F5E-BD2A-A2EB2BD2CA5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73FAE87D-0F41-4460-9199-89F873E2D9C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50692FD4-C03C-491E-BF65-2E5BB1496BB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39492926"/>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9EA2099-476C-4027-AC44-0B193747C3C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E08BE43-D568-49DF-AE75-B2B304523B1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9CAFA71-4829-4631-A2DB-7EDE1C4D706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A0B41BB1-CE86-49A7-81B6-F8D849C2C6A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59A1A39-04B2-4679-B3B2-B33AC467B59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245DA5FC-0F01-4FDD-8341-E0D62394E1F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D2E96A4-55FB-4E58-B0A5-4CD37914C9D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AA8D8043-2EFF-4AAF-B84B-505A12698DD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hlinkClick action="ppaction://media"/>
            <a:extLst>
              <a:ext uri="{FF2B5EF4-FFF2-40B4-BE49-F238E27FC236}">
                <ns2:creationId id="{D2C16038-CB2E-4573-A9FA-B82EE6220D8F}"/>
              </a:ext>
            </a:extLst>
          </p:cNvPr>
          <p:cNvPicPr>
            <a:picLocks noChangeAspect="1"/>
          </p:cNvPicPr>
          <p:nvPr>
            <a:videoFile r:link="rIdWorkshopVideo"/>
            <p:extLst>
              <p:ext uri="{DAA4B4D4-6D71-4841-9C94-3DE7FCFB9230}">
                <p14:media r:embed="rIdWorkshopMedia"/>
              </p:ext>
            </p:extLst>
          </p:nvPr>
        </p:nvPicPr>
        <p:blipFill>
          <a:blip r:embed="R86661d3ca54a4bbc"/>
          <a:stretch/>
        </p:blipFill>
        <p:spPr>
          <a:xfrm>
            <a:off x="3724275" y="1428750"/>
            <a:ext cx="7315200" cy="4114800"/>
          </a:xfrm>
          <a:prstGeom prst="rect">
            <a:avLst/>
          </a:prstGeom>
        </p:spPr>
      </p:pic>
      <p:sp>
        <p:nvSpPr>
          <p:cNvPr id="10" name="">
            <a:extLst>
              <a:ext uri="{FF2B5EF4-FFF2-40B4-BE49-F238E27FC236}">
                <ns2:creationId id="{1F256DED-8292-4D6E-BA24-06A4BD66D5D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ED37FF0E-750F-4E4B-8A6F-FE861F5FEAC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A680E7F2-DE5D-4512-91A4-99D16651392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517F40BF-D162-45CC-975E-E7C270F0FC8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8498E71F-2ACF-428A-A72A-4E0D0E9F406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109DE330-0575-4BDF-B66D-D9943F773AB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169128468"/>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0486542-8DD2-470F-9F2A-83D41840130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88A24C8-2BD0-44D0-B04C-F287BD3A7DE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DEB829C-575B-4DAB-B048-B4761EDCC2B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206C33EE-F20A-4C73-B5E9-51B906AA4CC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1C929AB-717F-4E54-8BED-A99B12BED5C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3BA8BED2-F97B-4080-900B-85FCB5C5292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CD821BC-8A9A-49EA-9C05-67B9A61F2A3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4CE5564C-9473-4FCB-8F2F-0C40D2CBA59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1DF4E4CB-C75C-4F16-BB25-F0400865A312}"/>
              </a:ext>
            </a:extLst>
          </p:cNvPr>
          <p:cNvPicPr>
            <a:picLocks noChangeAspect="1"/>
          </p:cNvPicPr>
          <p:nvPr/>
        </p:nvPicPr>
        <p:blipFill>
          <a:blip r:embed="Rf9593766f71a46e8"/>
          <a:stretch/>
        </p:blipFill>
        <p:spPr>
          <a:xfrm>
            <a:off x="3737255" y="1428750"/>
            <a:ext cx="7289241" cy="4333875"/>
          </a:xfrm>
          <a:prstGeom prst="rect">
            <a:avLst/>
          </a:prstGeom>
        </p:spPr>
      </p:pic>
      <p:sp>
        <p:nvSpPr>
          <p:cNvPr id="10" name="">
            <a:extLst>
              <a:ext uri="{FF2B5EF4-FFF2-40B4-BE49-F238E27FC236}">
                <ns2:creationId id="{D4049336-349B-4FD4-83F0-9A3289E2736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D17782DC-E7FB-4C60-A061-5FBCA286A40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5CBD94C4-CA09-4F5E-A54B-46D00B6033E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D203F7F4-2C1D-4C54-8A22-FF0BFBCF198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1792774084"/>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CB23D548-C59B-4422-8896-C980B05918A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44CEB4B-9754-45B0-95BD-C28D591755E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9AF7C7E-7CA5-4F0D-9204-9816A43F6F8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9A50C111-77C1-4964-B5CF-BFF667B0457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2BD1FD4-6225-4D01-9A11-BC6E8188EBB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6BDCB064-9796-4478-A11C-F420081A3D1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4943D0A-4162-4C34-A1F7-170D6B80E91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2DE2F108-0EE9-4FD7-99BB-0E5CC57A274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77934598-7280-4F5F-B878-3000392260EB}"/>
              </a:ext>
            </a:extLst>
          </p:cNvPr>
          <p:cNvPicPr>
            <a:picLocks noChangeAspect="1"/>
          </p:cNvPicPr>
          <p:nvPr/>
        </p:nvPicPr>
        <p:blipFill>
          <a:blip r:embed="R7ddec6f496804142"/>
          <a:stretch/>
        </p:blipFill>
        <p:spPr>
          <a:xfrm>
            <a:off x="3823552" y="1428750"/>
            <a:ext cx="7116647" cy="4333875"/>
          </a:xfrm>
          <a:prstGeom prst="rect">
            <a:avLst/>
          </a:prstGeom>
        </p:spPr>
      </p:pic>
      <p:sp>
        <p:nvSpPr>
          <p:cNvPr id="10" name="">
            <a:extLst>
              <a:ext uri="{FF2B5EF4-FFF2-40B4-BE49-F238E27FC236}">
                <ns2:creationId id="{66199E8E-9BC8-498D-BDBC-C0011BF7C8B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ABAB8B39-5436-4C59-A52B-2568050FB19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1B3724DC-8713-438D-8DA8-A4B680FACFE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1358868063"/>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94D8754C-764A-4024-933D-4D1CB342E92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6F6684E-835B-4BB7-B179-23D801B7BD2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5E51919-38DB-482C-BF46-ED56D56854B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FB044C39-7619-4E40-8903-439AF177A21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DF24C25-3E37-4A35-907A-1B1304C6FEC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5FC36E5D-3FA4-4E79-9791-40973BDD6D6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64B160A-B10A-4932-AE2D-22BB84B18D0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295E4275-BA48-48FC-A335-ABE49F0C13A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67449F78-3A4D-4CD3-AD36-4C7C5EFF88BE}"/>
              </a:ext>
            </a:extLst>
          </p:cNvPr>
          <p:cNvPicPr>
            <a:picLocks noChangeAspect="1"/>
          </p:cNvPicPr>
          <p:nvPr/>
        </p:nvPicPr>
        <p:blipFill>
          <a:blip r:embed="R864b3357d32d4c08"/>
          <a:stretch/>
        </p:blipFill>
        <p:spPr>
          <a:xfrm>
            <a:off x="2952750" y="2120530"/>
            <a:ext cx="8858250" cy="2950316"/>
          </a:xfrm>
          <a:prstGeom prst="rect">
            <a:avLst/>
          </a:prstGeom>
        </p:spPr>
      </p:pic>
      <p:sp>
        <p:nvSpPr>
          <p:cNvPr id="10" name="">
            <a:extLst>
              <a:ext uri="{FF2B5EF4-FFF2-40B4-BE49-F238E27FC236}">
                <ns2:creationId id="{8E09B098-FD5C-4123-A5B3-19FC7D44519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185BBFE9-7C7D-495F-BC4C-4FC4E3365AE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19C10DCA-354B-4FC7-85DE-EFFFE0A0EF8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1942218386"/>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DBBA0EE4-57B2-4A1E-95CF-FFDEFE330DF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A4E1501-B6D3-495E-862D-2B8F608288E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D9AF983-9E72-4A8E-B624-8686FD76FF5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71F468FE-4F68-448A-AD3A-7FBB39E7AB5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E1DB028-0CFF-4BB3-8D4A-277199B63B7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86A4E1B5-3430-4AB8-BF78-C63A55C2041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92AF51C-D1F8-4746-A9AE-6F974662074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A8AD5DCC-84F3-4F8C-A507-C00E633B4FB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265F47A0-4C81-4F97-B3A9-96928311A3CC}"/>
              </a:ext>
            </a:extLst>
          </p:cNvPr>
          <p:cNvPicPr>
            <a:picLocks noChangeAspect="1"/>
          </p:cNvPicPr>
          <p:nvPr/>
        </p:nvPicPr>
        <p:blipFill>
          <a:blip r:embed="R7c514045ff124032"/>
          <a:stretch/>
        </p:blipFill>
        <p:spPr>
          <a:xfrm>
            <a:off x="4476574" y="1428750"/>
            <a:ext cx="5810603" cy="4333875"/>
          </a:xfrm>
          <a:prstGeom prst="rect">
            <a:avLst/>
          </a:prstGeom>
        </p:spPr>
      </p:pic>
      <p:sp>
        <p:nvSpPr>
          <p:cNvPr id="10" name="">
            <a:extLst>
              <a:ext uri="{FF2B5EF4-FFF2-40B4-BE49-F238E27FC236}">
                <ns2:creationId id="{2F962C4F-E582-4540-90C6-BCDD6A56C39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4B87D714-7A00-4B28-B7BE-F7C0933F997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946073A7-2DD3-4A17-B128-61135D05C5B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849149986"/>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9E67373A-BECC-4117-9754-584B3DB0E03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664402F-B4F1-41FA-9873-565CE738305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CA76D51-46D3-4BF7-BF5C-184ECE8AB21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D05BEE8D-D930-4C58-9D4F-71DC2DCA651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275AFAE-A611-4784-B8BF-AD0C0F0748C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83814589-0774-41C3-B605-6EAA2FBFB2C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65A8F5C-A48E-44B9-BFCB-0BE5061B942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567711A5-680D-41FE-BD80-BB444D9BC39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AF0F2FB9-95EA-4B66-8D92-8794AD187CF8}"/>
              </a:ext>
            </a:extLst>
          </p:cNvPr>
          <p:cNvPicPr>
            <a:picLocks noChangeAspect="1"/>
          </p:cNvPicPr>
          <p:nvPr/>
        </p:nvPicPr>
        <p:blipFill>
          <a:blip r:embed="R4d15c5b1e9fd4cbf"/>
          <a:stretch/>
        </p:blipFill>
        <p:spPr>
          <a:xfrm>
            <a:off x="3765916" y="1428750"/>
            <a:ext cx="7231918" cy="4333875"/>
          </a:xfrm>
          <a:prstGeom prst="rect">
            <a:avLst/>
          </a:prstGeom>
        </p:spPr>
      </p:pic>
      <p:sp>
        <p:nvSpPr>
          <p:cNvPr id="10" name="">
            <a:extLst>
              <a:ext uri="{FF2B5EF4-FFF2-40B4-BE49-F238E27FC236}">
                <ns2:creationId id="{09341BC7-09C1-474E-B809-FFF4C2BC74B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D7391A3A-730A-4C28-936B-69ED5F88180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24B510C6-82FC-4801-9C12-2372090FC96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313303463"/>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9B9FDB7B-06CA-4E14-90B2-26939284535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519D260-5A5A-4305-B041-92F17B511C1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3C56B18-750B-443F-A98C-0621F53B7BF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F12827FC-5865-40D4-90C0-6F6BC25969C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BF157F4-D208-4E35-9CE5-957A287E9E9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0833E6A2-E441-4D5E-A525-83C5BBD6EAA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FA18925-9E01-43D4-9158-54674BCCE67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0E3BAC4F-7D63-4F3C-8A54-C7B7696DFFE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57FB1342-6D72-4B14-B9D8-561D5394100E}"/>
              </a:ext>
            </a:extLst>
          </p:cNvPr>
          <p:cNvPicPr>
            <a:picLocks noChangeAspect="1"/>
          </p:cNvPicPr>
          <p:nvPr/>
        </p:nvPicPr>
        <p:blipFill>
          <a:blip r:embed="R874bd2a1108545d1"/>
          <a:stretch/>
        </p:blipFill>
        <p:spPr>
          <a:xfrm>
            <a:off x="3696669" y="1428750"/>
            <a:ext cx="7370411" cy="4333875"/>
          </a:xfrm>
          <a:prstGeom prst="rect">
            <a:avLst/>
          </a:prstGeom>
        </p:spPr>
      </p:pic>
      <p:sp>
        <p:nvSpPr>
          <p:cNvPr id="10" name="">
            <a:extLst>
              <a:ext uri="{FF2B5EF4-FFF2-40B4-BE49-F238E27FC236}">
                <ns2:creationId id="{AFC6FE5B-9D36-4008-BB5C-9D2F29D20F1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56FEEFC2-D2A3-4EBF-8470-AEC8358BB05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AEEC9E07-80CF-4B0F-AEE1-6055AD9B39B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534306175"/>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5D673F7-6439-4483-800C-9F6A3EC908C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9A346B3-31B4-4AFF-AF2B-A3BF95583AA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8C48AFE2-B095-44D4-B071-D76C9D5A621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5A8C8D0C-66D6-477D-B638-DF765FE1493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8F99973-0395-41CE-BC3A-D64A4C72317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60B50CF0-5DF5-42B1-B58E-3C79CB5A30E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C8DD56D-9A21-492F-8FB5-EBACCF9E910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C462D881-8C6E-419F-A4DE-933DABA7200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67C945B5-EB6E-485F-917B-DCDF01EE004D}"/>
              </a:ext>
            </a:extLst>
          </p:cNvPr>
          <p:cNvPicPr>
            <a:picLocks noChangeAspect="1"/>
          </p:cNvPicPr>
          <p:nvPr/>
        </p:nvPicPr>
        <p:blipFill>
          <a:blip r:embed="R4a2b03443c9a4865"/>
          <a:stretch/>
        </p:blipFill>
        <p:spPr>
          <a:xfrm>
            <a:off x="3730598" y="1428750"/>
            <a:ext cx="7302555" cy="4333875"/>
          </a:xfrm>
          <a:prstGeom prst="rect">
            <a:avLst/>
          </a:prstGeom>
        </p:spPr>
      </p:pic>
      <p:sp>
        <p:nvSpPr>
          <p:cNvPr id="10" name="">
            <a:extLst>
              <a:ext uri="{FF2B5EF4-FFF2-40B4-BE49-F238E27FC236}">
                <ns2:creationId id="{73F5D5AC-90D1-4BD6-8D6E-8EBED676B88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C3272AF7-955C-41BC-AF1E-BE7F6CD06D7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71657738-2C12-45A1-BB24-454DA9C9E42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79960669-9EC9-496F-8D99-F2EA79EA4B4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21140489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2026-10-21T07:31:30.4690000Z</dcterms:created>
  <dcterms:modified xsi:type="dcterms:W3CDTF">2026-10-21T07:31:30.4690000Z</dcterms:modified>
</coreProperties>
</file>